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2" r:id="rId7"/>
    <p:sldId id="263" r:id="rId8"/>
    <p:sldId id="264" r:id="rId9"/>
    <p:sldId id="265" r:id="rId10"/>
    <p:sldId id="266" r:id="rId11"/>
  </p:sldIdLst>
  <p:sldSz cx="14400213" cy="89995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954090-6E49-4C42-8201-E7D2D78161EF}" v="18" dt="2026-06-15T11:07:51.2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0" d="100"/>
          <a:sy n="50" d="100"/>
        </p:scale>
        <p:origin x="1589" y="4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manshu Rastogi" userId="27500d0d1c3cde97" providerId="LiveId" clId="{DDD3B4F5-027A-4B56-852E-F6FA1B5CBE77}"/>
    <pc:docChg chg="undo custSel addSld delSld modSld sldOrd">
      <pc:chgData name="Himanshu Rastogi" userId="27500d0d1c3cde97" providerId="LiveId" clId="{DDD3B4F5-027A-4B56-852E-F6FA1B5CBE77}" dt="2026-06-15T11:11:33.140" v="681" actId="14100"/>
      <pc:docMkLst>
        <pc:docMk/>
      </pc:docMkLst>
      <pc:sldChg chg="modSp new mod ord">
        <pc:chgData name="Himanshu Rastogi" userId="27500d0d1c3cde97" providerId="LiveId" clId="{DDD3B4F5-027A-4B56-852E-F6FA1B5CBE77}" dt="2026-06-15T11:11:17.542" v="679"/>
        <pc:sldMkLst>
          <pc:docMk/>
          <pc:sldMk cId="1493401223" sldId="258"/>
        </pc:sldMkLst>
        <pc:spChg chg="mod">
          <ac:chgData name="Himanshu Rastogi" userId="27500d0d1c3cde97" providerId="LiveId" clId="{DDD3B4F5-027A-4B56-852E-F6FA1B5CBE77}" dt="2026-06-15T10:42:44.583" v="112" actId="20577"/>
          <ac:spMkLst>
            <pc:docMk/>
            <pc:sldMk cId="1493401223" sldId="258"/>
            <ac:spMk id="2" creationId="{8B21CC6E-C8C7-FAFB-44B1-897C888137AC}"/>
          </ac:spMkLst>
        </pc:spChg>
        <pc:spChg chg="mod">
          <ac:chgData name="Himanshu Rastogi" userId="27500d0d1c3cde97" providerId="LiveId" clId="{DDD3B4F5-027A-4B56-852E-F6FA1B5CBE77}" dt="2026-06-15T10:44:39.790" v="140" actId="20577"/>
          <ac:spMkLst>
            <pc:docMk/>
            <pc:sldMk cId="1493401223" sldId="258"/>
            <ac:spMk id="3" creationId="{EF116200-5EC8-0784-67BE-0C8EEAB48894}"/>
          </ac:spMkLst>
        </pc:spChg>
      </pc:sldChg>
      <pc:sldChg chg="addSp modSp new del mod">
        <pc:chgData name="Himanshu Rastogi" userId="27500d0d1c3cde97" providerId="LiveId" clId="{DDD3B4F5-027A-4B56-852E-F6FA1B5CBE77}" dt="2026-06-15T10:40:05.140" v="77" actId="2696"/>
        <pc:sldMkLst>
          <pc:docMk/>
          <pc:sldMk cId="1966491188" sldId="258"/>
        </pc:sldMkLst>
        <pc:spChg chg="mod">
          <ac:chgData name="Himanshu Rastogi" userId="27500d0d1c3cde97" providerId="LiveId" clId="{DDD3B4F5-027A-4B56-852E-F6FA1B5CBE77}" dt="2026-06-15T10:39:20.864" v="73" actId="20577"/>
          <ac:spMkLst>
            <pc:docMk/>
            <pc:sldMk cId="1966491188" sldId="258"/>
            <ac:spMk id="2" creationId="{AA0AACF2-A711-0FEF-6589-C1650EF9C511}"/>
          </ac:spMkLst>
        </pc:spChg>
        <pc:spChg chg="mod">
          <ac:chgData name="Himanshu Rastogi" userId="27500d0d1c3cde97" providerId="LiveId" clId="{DDD3B4F5-027A-4B56-852E-F6FA1B5CBE77}" dt="2026-06-15T10:38:19.231" v="65" actId="255"/>
          <ac:spMkLst>
            <pc:docMk/>
            <pc:sldMk cId="1966491188" sldId="258"/>
            <ac:spMk id="3" creationId="{DE45109E-6829-B91F-102E-2B026E2572C2}"/>
          </ac:spMkLst>
        </pc:spChg>
        <pc:graphicFrameChg chg="add modGraphic">
          <ac:chgData name="Himanshu Rastogi" userId="27500d0d1c3cde97" providerId="LiveId" clId="{DDD3B4F5-027A-4B56-852E-F6FA1B5CBE77}" dt="2026-06-15T10:39:53.428" v="76" actId="27309"/>
          <ac:graphicFrameMkLst>
            <pc:docMk/>
            <pc:sldMk cId="1966491188" sldId="258"/>
            <ac:graphicFrameMk id="5" creationId="{74886C6B-9E2E-F861-1D36-DD0FFF276321}"/>
          </ac:graphicFrameMkLst>
        </pc:graphicFrameChg>
      </pc:sldChg>
      <pc:sldChg chg="modSp new del mod">
        <pc:chgData name="Himanshu Rastogi" userId="27500d0d1c3cde97" providerId="LiveId" clId="{DDD3B4F5-027A-4B56-852E-F6FA1B5CBE77}" dt="2026-06-15T10:37:33.239" v="43" actId="2696"/>
        <pc:sldMkLst>
          <pc:docMk/>
          <pc:sldMk cId="3533871582" sldId="258"/>
        </pc:sldMkLst>
        <pc:spChg chg="mod">
          <ac:chgData name="Himanshu Rastogi" userId="27500d0d1c3cde97" providerId="LiveId" clId="{DDD3B4F5-027A-4B56-852E-F6FA1B5CBE77}" dt="2026-06-15T10:36:34.771" v="38" actId="255"/>
          <ac:spMkLst>
            <pc:docMk/>
            <pc:sldMk cId="3533871582" sldId="258"/>
            <ac:spMk id="2" creationId="{84A55158-0296-EF4C-654D-EA511CCD26B8}"/>
          </ac:spMkLst>
        </pc:spChg>
        <pc:spChg chg="mod">
          <ac:chgData name="Himanshu Rastogi" userId="27500d0d1c3cde97" providerId="LiveId" clId="{DDD3B4F5-027A-4B56-852E-F6FA1B5CBE77}" dt="2026-06-15T10:37:10.396" v="42" actId="14100"/>
          <ac:spMkLst>
            <pc:docMk/>
            <pc:sldMk cId="3533871582" sldId="258"/>
            <ac:spMk id="3" creationId="{1354AC66-82E3-983B-DF7A-F74B86222DC1}"/>
          </ac:spMkLst>
        </pc:spChg>
      </pc:sldChg>
      <pc:sldChg chg="addSp delSp modSp new del mod">
        <pc:chgData name="Himanshu Rastogi" userId="27500d0d1c3cde97" providerId="LiveId" clId="{DDD3B4F5-027A-4B56-852E-F6FA1B5CBE77}" dt="2026-06-15T10:42:24.564" v="96" actId="2696"/>
        <pc:sldMkLst>
          <pc:docMk/>
          <pc:sldMk cId="3923468542" sldId="258"/>
        </pc:sldMkLst>
        <pc:spChg chg="mod">
          <ac:chgData name="Himanshu Rastogi" userId="27500d0d1c3cde97" providerId="LiveId" clId="{DDD3B4F5-027A-4B56-852E-F6FA1B5CBE77}" dt="2026-06-15T10:40:27.991" v="94" actId="20577"/>
          <ac:spMkLst>
            <pc:docMk/>
            <pc:sldMk cId="3923468542" sldId="258"/>
            <ac:spMk id="2" creationId="{A4BBC700-E3B0-A92B-535D-9EF7F6609569}"/>
          </ac:spMkLst>
        </pc:spChg>
        <pc:spChg chg="del">
          <ac:chgData name="Himanshu Rastogi" userId="27500d0d1c3cde97" providerId="LiveId" clId="{DDD3B4F5-027A-4B56-852E-F6FA1B5CBE77}" dt="2026-06-15T10:42:14.928" v="95" actId="1032"/>
          <ac:spMkLst>
            <pc:docMk/>
            <pc:sldMk cId="3923468542" sldId="258"/>
            <ac:spMk id="3" creationId="{9E24C191-24C8-04B2-ABE7-DE79EFF05417}"/>
          </ac:spMkLst>
        </pc:spChg>
        <pc:graphicFrameChg chg="add modGraphic">
          <ac:chgData name="Himanshu Rastogi" userId="27500d0d1c3cde97" providerId="LiveId" clId="{DDD3B4F5-027A-4B56-852E-F6FA1B5CBE77}" dt="2026-06-15T10:42:14.928" v="95" actId="1032"/>
          <ac:graphicFrameMkLst>
            <pc:docMk/>
            <pc:sldMk cId="3923468542" sldId="258"/>
            <ac:graphicFrameMk id="4" creationId="{F8ED51A2-7E7D-422F-953A-8F95DB0DEE56}"/>
          </ac:graphicFrameMkLst>
        </pc:graphicFrameChg>
      </pc:sldChg>
      <pc:sldChg chg="add del">
        <pc:chgData name="Himanshu Rastogi" userId="27500d0d1c3cde97" providerId="LiveId" clId="{DDD3B4F5-027A-4B56-852E-F6FA1B5CBE77}" dt="2026-06-15T10:38:37.153" v="67"/>
        <pc:sldMkLst>
          <pc:docMk/>
          <pc:sldMk cId="2177282222" sldId="259"/>
        </pc:sldMkLst>
      </pc:sldChg>
      <pc:sldChg chg="modSp new del mod">
        <pc:chgData name="Himanshu Rastogi" userId="27500d0d1c3cde97" providerId="LiveId" clId="{DDD3B4F5-027A-4B56-852E-F6FA1B5CBE77}" dt="2026-06-15T10:46:46.119" v="168" actId="2696"/>
        <pc:sldMkLst>
          <pc:docMk/>
          <pc:sldMk cId="2274601744" sldId="259"/>
        </pc:sldMkLst>
        <pc:spChg chg="mod">
          <ac:chgData name="Himanshu Rastogi" userId="27500d0d1c3cde97" providerId="LiveId" clId="{DDD3B4F5-027A-4B56-852E-F6FA1B5CBE77}" dt="2026-06-15T10:45:30.141" v="157" actId="20577"/>
          <ac:spMkLst>
            <pc:docMk/>
            <pc:sldMk cId="2274601744" sldId="259"/>
            <ac:spMk id="2" creationId="{8E5A1014-C53D-CEFD-7DD6-F9331AF340D9}"/>
          </ac:spMkLst>
        </pc:spChg>
        <pc:spChg chg="mod">
          <ac:chgData name="Himanshu Rastogi" userId="27500d0d1c3cde97" providerId="LiveId" clId="{DDD3B4F5-027A-4B56-852E-F6FA1B5CBE77}" dt="2026-06-15T10:46:33.708" v="167" actId="1076"/>
          <ac:spMkLst>
            <pc:docMk/>
            <pc:sldMk cId="2274601744" sldId="259"/>
            <ac:spMk id="3" creationId="{566AA460-2BAF-05E1-0D95-A836CB3E50EE}"/>
          </ac:spMkLst>
        </pc:spChg>
      </pc:sldChg>
      <pc:sldChg chg="modSp new del mod">
        <pc:chgData name="Himanshu Rastogi" userId="27500d0d1c3cde97" providerId="LiveId" clId="{DDD3B4F5-027A-4B56-852E-F6FA1B5CBE77}" dt="2026-06-15T11:08:15.804" v="619" actId="2696"/>
        <pc:sldMkLst>
          <pc:docMk/>
          <pc:sldMk cId="2325414604" sldId="259"/>
        </pc:sldMkLst>
        <pc:spChg chg="mod">
          <ac:chgData name="Himanshu Rastogi" userId="27500d0d1c3cde97" providerId="LiveId" clId="{DDD3B4F5-027A-4B56-852E-F6FA1B5CBE77}" dt="2026-06-15T10:47:02.274" v="181" actId="20577"/>
          <ac:spMkLst>
            <pc:docMk/>
            <pc:sldMk cId="2325414604" sldId="259"/>
            <ac:spMk id="2" creationId="{4F95F043-7C32-377A-ED16-239AEA7DB06C}"/>
          </ac:spMkLst>
        </pc:spChg>
        <pc:spChg chg="mod">
          <ac:chgData name="Himanshu Rastogi" userId="27500d0d1c3cde97" providerId="LiveId" clId="{DDD3B4F5-027A-4B56-852E-F6FA1B5CBE77}" dt="2026-06-15T10:47:12.590" v="183" actId="255"/>
          <ac:spMkLst>
            <pc:docMk/>
            <pc:sldMk cId="2325414604" sldId="259"/>
            <ac:spMk id="3" creationId="{13094B52-D8D7-DDC0-26AC-B5156474B9BC}"/>
          </ac:spMkLst>
        </pc:spChg>
      </pc:sldChg>
      <pc:sldChg chg="add del">
        <pc:chgData name="Himanshu Rastogi" userId="27500d0d1c3cde97" providerId="LiveId" clId="{DDD3B4F5-027A-4B56-852E-F6FA1B5CBE77}" dt="2026-06-15T10:42:56.340" v="115" actId="2696"/>
        <pc:sldMkLst>
          <pc:docMk/>
          <pc:sldMk cId="3361290334" sldId="259"/>
        </pc:sldMkLst>
      </pc:sldChg>
      <pc:sldChg chg="add del">
        <pc:chgData name="Himanshu Rastogi" userId="27500d0d1c3cde97" providerId="LiveId" clId="{DDD3B4F5-027A-4B56-852E-F6FA1B5CBE77}" dt="2026-06-15T10:38:43.770" v="69"/>
        <pc:sldMkLst>
          <pc:docMk/>
          <pc:sldMk cId="3610558083" sldId="259"/>
        </pc:sldMkLst>
      </pc:sldChg>
      <pc:sldChg chg="modSp add del mod">
        <pc:chgData name="Himanshu Rastogi" userId="27500d0d1c3cde97" providerId="LiveId" clId="{DDD3B4F5-027A-4B56-852E-F6FA1B5CBE77}" dt="2026-06-15T10:39:11.942" v="72" actId="2696"/>
        <pc:sldMkLst>
          <pc:docMk/>
          <pc:sldMk cId="3638717098" sldId="259"/>
        </pc:sldMkLst>
        <pc:spChg chg="mod">
          <ac:chgData name="Himanshu Rastogi" userId="27500d0d1c3cde97" providerId="LiveId" clId="{DDD3B4F5-027A-4B56-852E-F6FA1B5CBE77}" dt="2026-06-15T10:38:52.841" v="71" actId="14100"/>
          <ac:spMkLst>
            <pc:docMk/>
            <pc:sldMk cId="3638717098" sldId="259"/>
            <ac:spMk id="3" creationId="{10311B77-8DCB-DBCD-038F-B4D6F3F9E9CF}"/>
          </ac:spMkLst>
        </pc:spChg>
      </pc:sldChg>
      <pc:sldChg chg="add del">
        <pc:chgData name="Himanshu Rastogi" userId="27500d0d1c3cde97" providerId="LiveId" clId="{DDD3B4F5-027A-4B56-852E-F6FA1B5CBE77}" dt="2026-06-15T10:39:51.017" v="75" actId="2696"/>
        <pc:sldMkLst>
          <pc:docMk/>
          <pc:sldMk cId="4267666113" sldId="259"/>
        </pc:sldMkLst>
      </pc:sldChg>
      <pc:sldChg chg="modSp add mod">
        <pc:chgData name="Himanshu Rastogi" userId="27500d0d1c3cde97" providerId="LiveId" clId="{DDD3B4F5-027A-4B56-852E-F6FA1B5CBE77}" dt="2026-06-15T11:11:02.386" v="675" actId="14100"/>
        <pc:sldMkLst>
          <pc:docMk/>
          <pc:sldMk cId="4075842855" sldId="260"/>
        </pc:sldMkLst>
        <pc:spChg chg="mod">
          <ac:chgData name="Himanshu Rastogi" userId="27500d0d1c3cde97" providerId="LiveId" clId="{DDD3B4F5-027A-4B56-852E-F6FA1B5CBE77}" dt="2026-06-15T11:10:58.465" v="674" actId="14100"/>
          <ac:spMkLst>
            <pc:docMk/>
            <pc:sldMk cId="4075842855" sldId="260"/>
            <ac:spMk id="2" creationId="{8E5A1014-C53D-CEFD-7DD6-F9331AF340D9}"/>
          </ac:spMkLst>
        </pc:spChg>
        <pc:spChg chg="mod">
          <ac:chgData name="Himanshu Rastogi" userId="27500d0d1c3cde97" providerId="LiveId" clId="{DDD3B4F5-027A-4B56-852E-F6FA1B5CBE77}" dt="2026-06-15T11:11:02.386" v="675" actId="14100"/>
          <ac:spMkLst>
            <pc:docMk/>
            <pc:sldMk cId="4075842855" sldId="260"/>
            <ac:spMk id="3" creationId="{566AA460-2BAF-05E1-0D95-A836CB3E50EE}"/>
          </ac:spMkLst>
        </pc:spChg>
      </pc:sldChg>
      <pc:sldChg chg="modSp new mod">
        <pc:chgData name="Himanshu Rastogi" userId="27500d0d1c3cde97" providerId="LiveId" clId="{DDD3B4F5-027A-4B56-852E-F6FA1B5CBE77}" dt="2026-06-15T11:11:33.140" v="681" actId="14100"/>
        <pc:sldMkLst>
          <pc:docMk/>
          <pc:sldMk cId="574881681" sldId="261"/>
        </pc:sldMkLst>
        <pc:spChg chg="mod">
          <ac:chgData name="Himanshu Rastogi" userId="27500d0d1c3cde97" providerId="LiveId" clId="{DDD3B4F5-027A-4B56-852E-F6FA1B5CBE77}" dt="2026-06-15T11:11:33.140" v="681" actId="14100"/>
          <ac:spMkLst>
            <pc:docMk/>
            <pc:sldMk cId="574881681" sldId="261"/>
            <ac:spMk id="2" creationId="{A417A1EA-76A2-4A31-3E92-3A111A2F040C}"/>
          </ac:spMkLst>
        </pc:spChg>
        <pc:spChg chg="mod">
          <ac:chgData name="Himanshu Rastogi" userId="27500d0d1c3cde97" providerId="LiveId" clId="{DDD3B4F5-027A-4B56-852E-F6FA1B5CBE77}" dt="2026-06-15T11:11:25.343" v="680" actId="14100"/>
          <ac:spMkLst>
            <pc:docMk/>
            <pc:sldMk cId="574881681" sldId="261"/>
            <ac:spMk id="3" creationId="{B1016FA9-409A-4EAF-073C-5CCB2636E64A}"/>
          </ac:spMkLst>
        </pc:spChg>
      </pc:sldChg>
      <pc:sldChg chg="modSp new mod">
        <pc:chgData name="Himanshu Rastogi" userId="27500d0d1c3cde97" providerId="LiveId" clId="{DDD3B4F5-027A-4B56-852E-F6FA1B5CBE77}" dt="2026-06-15T10:56:49.179" v="537" actId="255"/>
        <pc:sldMkLst>
          <pc:docMk/>
          <pc:sldMk cId="2773329635" sldId="262"/>
        </pc:sldMkLst>
        <pc:spChg chg="mod">
          <ac:chgData name="Himanshu Rastogi" userId="27500d0d1c3cde97" providerId="LiveId" clId="{DDD3B4F5-027A-4B56-852E-F6FA1B5CBE77}" dt="2026-06-15T10:56:49.179" v="537" actId="255"/>
          <ac:spMkLst>
            <pc:docMk/>
            <pc:sldMk cId="2773329635" sldId="262"/>
            <ac:spMk id="3" creationId="{AB744D87-672E-0D44-D486-BBABD2D42121}"/>
          </ac:spMkLst>
        </pc:spChg>
      </pc:sldChg>
      <pc:sldChg chg="modSp new mod">
        <pc:chgData name="Himanshu Rastogi" userId="27500d0d1c3cde97" providerId="LiveId" clId="{DDD3B4F5-027A-4B56-852E-F6FA1B5CBE77}" dt="2026-06-15T11:01:40.370" v="552" actId="14100"/>
        <pc:sldMkLst>
          <pc:docMk/>
          <pc:sldMk cId="2459994267" sldId="263"/>
        </pc:sldMkLst>
        <pc:spChg chg="mod">
          <ac:chgData name="Himanshu Rastogi" userId="27500d0d1c3cde97" providerId="LiveId" clId="{DDD3B4F5-027A-4B56-852E-F6FA1B5CBE77}" dt="2026-06-15T11:01:40.370" v="552" actId="14100"/>
          <ac:spMkLst>
            <pc:docMk/>
            <pc:sldMk cId="2459994267" sldId="263"/>
            <ac:spMk id="3" creationId="{127D7BE6-8A65-3516-12EE-D56E2098FD53}"/>
          </ac:spMkLst>
        </pc:spChg>
      </pc:sldChg>
      <pc:sldChg chg="modSp new mod">
        <pc:chgData name="Himanshu Rastogi" userId="27500d0d1c3cde97" providerId="LiveId" clId="{DDD3B4F5-027A-4B56-852E-F6FA1B5CBE77}" dt="2026-06-15T11:03:55.226" v="573" actId="20577"/>
        <pc:sldMkLst>
          <pc:docMk/>
          <pc:sldMk cId="3249518496" sldId="264"/>
        </pc:sldMkLst>
        <pc:spChg chg="mod">
          <ac:chgData name="Himanshu Rastogi" userId="27500d0d1c3cde97" providerId="LiveId" clId="{DDD3B4F5-027A-4B56-852E-F6FA1B5CBE77}" dt="2026-06-15T11:03:01.419" v="566" actId="20577"/>
          <ac:spMkLst>
            <pc:docMk/>
            <pc:sldMk cId="3249518496" sldId="264"/>
            <ac:spMk id="2" creationId="{BEF3E4D1-C6C0-02C6-5A9B-6B9EF9818F21}"/>
          </ac:spMkLst>
        </pc:spChg>
        <pc:spChg chg="mod">
          <ac:chgData name="Himanshu Rastogi" userId="27500d0d1c3cde97" providerId="LiveId" clId="{DDD3B4F5-027A-4B56-852E-F6FA1B5CBE77}" dt="2026-06-15T11:03:55.226" v="573" actId="20577"/>
          <ac:spMkLst>
            <pc:docMk/>
            <pc:sldMk cId="3249518496" sldId="264"/>
            <ac:spMk id="3" creationId="{E0E2B429-601C-00F9-56E7-F02404370ECE}"/>
          </ac:spMkLst>
        </pc:spChg>
      </pc:sldChg>
      <pc:sldChg chg="modSp new mod">
        <pc:chgData name="Himanshu Rastogi" userId="27500d0d1c3cde97" providerId="LiveId" clId="{DDD3B4F5-027A-4B56-852E-F6FA1B5CBE77}" dt="2026-06-15T11:05:22.296" v="584" actId="6549"/>
        <pc:sldMkLst>
          <pc:docMk/>
          <pc:sldMk cId="3608819134" sldId="265"/>
        </pc:sldMkLst>
        <pc:spChg chg="mod">
          <ac:chgData name="Himanshu Rastogi" userId="27500d0d1c3cde97" providerId="LiveId" clId="{DDD3B4F5-027A-4B56-852E-F6FA1B5CBE77}" dt="2026-06-15T11:05:22.296" v="584" actId="6549"/>
          <ac:spMkLst>
            <pc:docMk/>
            <pc:sldMk cId="3608819134" sldId="265"/>
            <ac:spMk id="3" creationId="{9253FE29-D103-3873-A9EF-001F1793A51C}"/>
          </ac:spMkLst>
        </pc:spChg>
      </pc:sldChg>
      <pc:sldChg chg="modSp new mod">
        <pc:chgData name="Himanshu Rastogi" userId="27500d0d1c3cde97" providerId="LiveId" clId="{DDD3B4F5-027A-4B56-852E-F6FA1B5CBE77}" dt="2026-06-15T11:08:03.915" v="618" actId="255"/>
        <pc:sldMkLst>
          <pc:docMk/>
          <pc:sldMk cId="3525674994" sldId="266"/>
        </pc:sldMkLst>
        <pc:spChg chg="mod">
          <ac:chgData name="Himanshu Rastogi" userId="27500d0d1c3cde97" providerId="LiveId" clId="{DDD3B4F5-027A-4B56-852E-F6FA1B5CBE77}" dt="2026-06-15T11:08:03.915" v="618" actId="255"/>
          <ac:spMkLst>
            <pc:docMk/>
            <pc:sldMk cId="3525674994" sldId="266"/>
            <ac:spMk id="3" creationId="{6C753FCA-539C-AF56-2295-A9E7A9FA023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00027" y="1472842"/>
            <a:ext cx="10800160" cy="3133172"/>
          </a:xfrm>
        </p:spPr>
        <p:txBody>
          <a:bodyPr anchor="b"/>
          <a:lstStyle>
            <a:lvl1pPr algn="ctr">
              <a:defRPr sz="7087"/>
            </a:lvl1pPr>
          </a:lstStyle>
          <a:p>
            <a:r>
              <a:rPr lang="en-US"/>
              <a:t>Click to edit Master title style</a:t>
            </a:r>
            <a:endParaRPr lang="en-US" dirty="0"/>
          </a:p>
        </p:txBody>
      </p:sp>
      <p:sp>
        <p:nvSpPr>
          <p:cNvPr id="3" name="Subtitle 2"/>
          <p:cNvSpPr>
            <a:spLocks noGrp="1"/>
          </p:cNvSpPr>
          <p:nvPr>
            <p:ph type="subTitle" idx="1"/>
          </p:nvPr>
        </p:nvSpPr>
        <p:spPr>
          <a:xfrm>
            <a:off x="1800027" y="4726842"/>
            <a:ext cx="10800160" cy="2172804"/>
          </a:xfrm>
        </p:spPr>
        <p:txBody>
          <a:bodyPr/>
          <a:lstStyle>
            <a:lvl1pPr marL="0" indent="0" algn="ctr">
              <a:buNone/>
              <a:defRPr sz="2835"/>
            </a:lvl1pPr>
            <a:lvl2pPr marL="539999" indent="0" algn="ctr">
              <a:buNone/>
              <a:defRPr sz="2362"/>
            </a:lvl2pPr>
            <a:lvl3pPr marL="1079998" indent="0" algn="ctr">
              <a:buNone/>
              <a:defRPr sz="2126"/>
            </a:lvl3pPr>
            <a:lvl4pPr marL="1619997" indent="0" algn="ctr">
              <a:buNone/>
              <a:defRPr sz="1890"/>
            </a:lvl4pPr>
            <a:lvl5pPr marL="2159996" indent="0" algn="ctr">
              <a:buNone/>
              <a:defRPr sz="1890"/>
            </a:lvl5pPr>
            <a:lvl6pPr marL="2699995" indent="0" algn="ctr">
              <a:buNone/>
              <a:defRPr sz="1890"/>
            </a:lvl6pPr>
            <a:lvl7pPr marL="3239994" indent="0" algn="ctr">
              <a:buNone/>
              <a:defRPr sz="1890"/>
            </a:lvl7pPr>
            <a:lvl8pPr marL="3779992" indent="0" algn="ctr">
              <a:buNone/>
              <a:defRPr sz="1890"/>
            </a:lvl8pPr>
            <a:lvl9pPr marL="4319991" indent="0" algn="ctr">
              <a:buNone/>
              <a:defRPr sz="189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57B7D68-B16F-45E6-A913-3A32DE1B4659}"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DFE0C2-6D91-4E2A-AE60-D88966649C3B}" type="slidenum">
              <a:rPr lang="en-IN" smtClean="0"/>
              <a:t>‹#›</a:t>
            </a:fld>
            <a:endParaRPr lang="en-IN"/>
          </a:p>
        </p:txBody>
      </p:sp>
    </p:spTree>
    <p:extLst>
      <p:ext uri="{BB962C8B-B14F-4D97-AF65-F5344CB8AC3E}">
        <p14:creationId xmlns:p14="http://schemas.microsoft.com/office/powerpoint/2010/main" val="214311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7B7D68-B16F-45E6-A913-3A32DE1B4659}"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DFE0C2-6D91-4E2A-AE60-D88966649C3B}" type="slidenum">
              <a:rPr lang="en-IN" smtClean="0"/>
              <a:t>‹#›</a:t>
            </a:fld>
            <a:endParaRPr lang="en-IN"/>
          </a:p>
        </p:txBody>
      </p:sp>
    </p:spTree>
    <p:extLst>
      <p:ext uri="{BB962C8B-B14F-4D97-AF65-F5344CB8AC3E}">
        <p14:creationId xmlns:p14="http://schemas.microsoft.com/office/powerpoint/2010/main" val="3303549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82514" y="2243636"/>
            <a:ext cx="12420184" cy="3743557"/>
          </a:xfrm>
        </p:spPr>
        <p:txBody>
          <a:bodyPr anchor="b"/>
          <a:lstStyle>
            <a:lvl1pPr>
              <a:defRPr sz="7087"/>
            </a:lvl1pPr>
          </a:lstStyle>
          <a:p>
            <a:r>
              <a:rPr lang="en-US"/>
              <a:t>Click to edit Master title style</a:t>
            </a:r>
            <a:endParaRPr lang="en-US" dirty="0"/>
          </a:p>
        </p:txBody>
      </p:sp>
      <p:sp>
        <p:nvSpPr>
          <p:cNvPr id="3" name="Text Placeholder 2"/>
          <p:cNvSpPr>
            <a:spLocks noGrp="1"/>
          </p:cNvSpPr>
          <p:nvPr>
            <p:ph type="body" idx="1"/>
          </p:nvPr>
        </p:nvSpPr>
        <p:spPr>
          <a:xfrm>
            <a:off x="982514" y="6022609"/>
            <a:ext cx="12420184" cy="1968648"/>
          </a:xfrm>
        </p:spPr>
        <p:txBody>
          <a:bodyPr/>
          <a:lstStyle>
            <a:lvl1pPr marL="0" indent="0">
              <a:buNone/>
              <a:defRPr sz="2835">
                <a:solidFill>
                  <a:schemeClr val="tx1">
                    <a:tint val="82000"/>
                  </a:schemeClr>
                </a:solidFill>
              </a:defRPr>
            </a:lvl1pPr>
            <a:lvl2pPr marL="539999" indent="0">
              <a:buNone/>
              <a:defRPr sz="2362">
                <a:solidFill>
                  <a:schemeClr val="tx1">
                    <a:tint val="82000"/>
                  </a:schemeClr>
                </a:solidFill>
              </a:defRPr>
            </a:lvl2pPr>
            <a:lvl3pPr marL="1079998" indent="0">
              <a:buNone/>
              <a:defRPr sz="2126">
                <a:solidFill>
                  <a:schemeClr val="tx1">
                    <a:tint val="82000"/>
                  </a:schemeClr>
                </a:solidFill>
              </a:defRPr>
            </a:lvl3pPr>
            <a:lvl4pPr marL="1619997" indent="0">
              <a:buNone/>
              <a:defRPr sz="1890">
                <a:solidFill>
                  <a:schemeClr val="tx1">
                    <a:tint val="82000"/>
                  </a:schemeClr>
                </a:solidFill>
              </a:defRPr>
            </a:lvl4pPr>
            <a:lvl5pPr marL="2159996" indent="0">
              <a:buNone/>
              <a:defRPr sz="1890">
                <a:solidFill>
                  <a:schemeClr val="tx1">
                    <a:tint val="82000"/>
                  </a:schemeClr>
                </a:solidFill>
              </a:defRPr>
            </a:lvl5pPr>
            <a:lvl6pPr marL="2699995" indent="0">
              <a:buNone/>
              <a:defRPr sz="1890">
                <a:solidFill>
                  <a:schemeClr val="tx1">
                    <a:tint val="82000"/>
                  </a:schemeClr>
                </a:solidFill>
              </a:defRPr>
            </a:lvl6pPr>
            <a:lvl7pPr marL="3239994" indent="0">
              <a:buNone/>
              <a:defRPr sz="1890">
                <a:solidFill>
                  <a:schemeClr val="tx1">
                    <a:tint val="82000"/>
                  </a:schemeClr>
                </a:solidFill>
              </a:defRPr>
            </a:lvl7pPr>
            <a:lvl8pPr marL="3779992" indent="0">
              <a:buNone/>
              <a:defRPr sz="1890">
                <a:solidFill>
                  <a:schemeClr val="tx1">
                    <a:tint val="82000"/>
                  </a:schemeClr>
                </a:solidFill>
              </a:defRPr>
            </a:lvl8pPr>
            <a:lvl9pPr marL="4319991" indent="0">
              <a:buNone/>
              <a:defRPr sz="189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7B7D68-B16F-45E6-A913-3A32DE1B4659}"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DFE0C2-6D91-4E2A-AE60-D88966649C3B}" type="slidenum">
              <a:rPr lang="en-IN" smtClean="0"/>
              <a:t>‹#›</a:t>
            </a:fld>
            <a:endParaRPr lang="en-IN"/>
          </a:p>
        </p:txBody>
      </p:sp>
    </p:spTree>
    <p:extLst>
      <p:ext uri="{BB962C8B-B14F-4D97-AF65-F5344CB8AC3E}">
        <p14:creationId xmlns:p14="http://schemas.microsoft.com/office/powerpoint/2010/main" val="1990133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90014" y="2395710"/>
            <a:ext cx="6120091" cy="57101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290108" y="2395710"/>
            <a:ext cx="6120091" cy="57101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57B7D68-B16F-45E6-A913-3A32DE1B4659}" type="datetimeFigureOut">
              <a:rPr lang="en-IN" smtClean="0"/>
              <a:t>15-06-2026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8DFE0C2-6D91-4E2A-AE60-D88966649C3B}" type="slidenum">
              <a:rPr lang="en-IN" smtClean="0"/>
              <a:t>‹#›</a:t>
            </a:fld>
            <a:endParaRPr lang="en-IN"/>
          </a:p>
        </p:txBody>
      </p:sp>
    </p:spTree>
    <p:extLst>
      <p:ext uri="{BB962C8B-B14F-4D97-AF65-F5344CB8AC3E}">
        <p14:creationId xmlns:p14="http://schemas.microsoft.com/office/powerpoint/2010/main" val="1792957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91890" y="479143"/>
            <a:ext cx="12420184" cy="1739495"/>
          </a:xfrm>
        </p:spPr>
        <p:txBody>
          <a:bodyPr/>
          <a:lstStyle/>
          <a:p>
            <a:r>
              <a:rPr lang="en-US"/>
              <a:t>Click to edit Master title style</a:t>
            </a:r>
            <a:endParaRPr lang="en-US" dirty="0"/>
          </a:p>
        </p:txBody>
      </p:sp>
      <p:sp>
        <p:nvSpPr>
          <p:cNvPr id="3" name="Text Placeholder 2"/>
          <p:cNvSpPr>
            <a:spLocks noGrp="1"/>
          </p:cNvSpPr>
          <p:nvPr>
            <p:ph type="body" idx="1"/>
          </p:nvPr>
        </p:nvSpPr>
        <p:spPr>
          <a:xfrm>
            <a:off x="991891" y="2206137"/>
            <a:ext cx="6091965" cy="1081194"/>
          </a:xfrm>
        </p:spPr>
        <p:txBody>
          <a:bodyPr anchor="b"/>
          <a:lstStyle>
            <a:lvl1pPr marL="0" indent="0">
              <a:buNone/>
              <a:defRPr sz="2835" b="1"/>
            </a:lvl1pPr>
            <a:lvl2pPr marL="539999" indent="0">
              <a:buNone/>
              <a:defRPr sz="2362" b="1"/>
            </a:lvl2pPr>
            <a:lvl3pPr marL="1079998" indent="0">
              <a:buNone/>
              <a:defRPr sz="2126" b="1"/>
            </a:lvl3pPr>
            <a:lvl4pPr marL="1619997" indent="0">
              <a:buNone/>
              <a:defRPr sz="1890" b="1"/>
            </a:lvl4pPr>
            <a:lvl5pPr marL="2159996" indent="0">
              <a:buNone/>
              <a:defRPr sz="1890" b="1"/>
            </a:lvl5pPr>
            <a:lvl6pPr marL="2699995" indent="0">
              <a:buNone/>
              <a:defRPr sz="1890" b="1"/>
            </a:lvl6pPr>
            <a:lvl7pPr marL="3239994" indent="0">
              <a:buNone/>
              <a:defRPr sz="1890" b="1"/>
            </a:lvl7pPr>
            <a:lvl8pPr marL="3779992" indent="0">
              <a:buNone/>
              <a:defRPr sz="1890" b="1"/>
            </a:lvl8pPr>
            <a:lvl9pPr marL="4319991" indent="0">
              <a:buNone/>
              <a:defRPr sz="1890" b="1"/>
            </a:lvl9pPr>
          </a:lstStyle>
          <a:p>
            <a:pPr lvl="0"/>
            <a:r>
              <a:rPr lang="en-US"/>
              <a:t>Click to edit Master text styles</a:t>
            </a:r>
          </a:p>
        </p:txBody>
      </p:sp>
      <p:sp>
        <p:nvSpPr>
          <p:cNvPr id="4" name="Content Placeholder 3"/>
          <p:cNvSpPr>
            <a:spLocks noGrp="1"/>
          </p:cNvSpPr>
          <p:nvPr>
            <p:ph sz="half" idx="2"/>
          </p:nvPr>
        </p:nvSpPr>
        <p:spPr>
          <a:xfrm>
            <a:off x="991891" y="3287331"/>
            <a:ext cx="6091965" cy="4835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290108" y="2206137"/>
            <a:ext cx="6121966" cy="1081194"/>
          </a:xfrm>
        </p:spPr>
        <p:txBody>
          <a:bodyPr anchor="b"/>
          <a:lstStyle>
            <a:lvl1pPr marL="0" indent="0">
              <a:buNone/>
              <a:defRPr sz="2835" b="1"/>
            </a:lvl1pPr>
            <a:lvl2pPr marL="539999" indent="0">
              <a:buNone/>
              <a:defRPr sz="2362" b="1"/>
            </a:lvl2pPr>
            <a:lvl3pPr marL="1079998" indent="0">
              <a:buNone/>
              <a:defRPr sz="2126" b="1"/>
            </a:lvl3pPr>
            <a:lvl4pPr marL="1619997" indent="0">
              <a:buNone/>
              <a:defRPr sz="1890" b="1"/>
            </a:lvl4pPr>
            <a:lvl5pPr marL="2159996" indent="0">
              <a:buNone/>
              <a:defRPr sz="1890" b="1"/>
            </a:lvl5pPr>
            <a:lvl6pPr marL="2699995" indent="0">
              <a:buNone/>
              <a:defRPr sz="1890" b="1"/>
            </a:lvl6pPr>
            <a:lvl7pPr marL="3239994" indent="0">
              <a:buNone/>
              <a:defRPr sz="1890" b="1"/>
            </a:lvl7pPr>
            <a:lvl8pPr marL="3779992" indent="0">
              <a:buNone/>
              <a:defRPr sz="1890" b="1"/>
            </a:lvl8pPr>
            <a:lvl9pPr marL="4319991" indent="0">
              <a:buNone/>
              <a:defRPr sz="1890" b="1"/>
            </a:lvl9pPr>
          </a:lstStyle>
          <a:p>
            <a:pPr lvl="0"/>
            <a:r>
              <a:rPr lang="en-US"/>
              <a:t>Click to edit Master text styles</a:t>
            </a:r>
          </a:p>
        </p:txBody>
      </p:sp>
      <p:sp>
        <p:nvSpPr>
          <p:cNvPr id="6" name="Content Placeholder 5"/>
          <p:cNvSpPr>
            <a:spLocks noGrp="1"/>
          </p:cNvSpPr>
          <p:nvPr>
            <p:ph sz="quarter" idx="4"/>
          </p:nvPr>
        </p:nvSpPr>
        <p:spPr>
          <a:xfrm>
            <a:off x="7290108" y="3287331"/>
            <a:ext cx="6121966" cy="4835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7B7D68-B16F-45E6-A913-3A32DE1B4659}" type="datetimeFigureOut">
              <a:rPr lang="en-IN" smtClean="0"/>
              <a:t>15-06-2026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8DFE0C2-6D91-4E2A-AE60-D88966649C3B}" type="slidenum">
              <a:rPr lang="en-IN" smtClean="0"/>
              <a:t>‹#›</a:t>
            </a:fld>
            <a:endParaRPr lang="en-IN"/>
          </a:p>
        </p:txBody>
      </p:sp>
    </p:spTree>
    <p:extLst>
      <p:ext uri="{BB962C8B-B14F-4D97-AF65-F5344CB8AC3E}">
        <p14:creationId xmlns:p14="http://schemas.microsoft.com/office/powerpoint/2010/main" val="2579527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57B7D68-B16F-45E6-A913-3A32DE1B4659}" type="datetimeFigureOut">
              <a:rPr lang="en-IN" smtClean="0"/>
              <a:t>15-06-2026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8DFE0C2-6D91-4E2A-AE60-D88966649C3B}" type="slidenum">
              <a:rPr lang="en-IN" smtClean="0"/>
              <a:t>‹#›</a:t>
            </a:fld>
            <a:endParaRPr lang="en-IN"/>
          </a:p>
        </p:txBody>
      </p:sp>
    </p:spTree>
    <p:extLst>
      <p:ext uri="{BB962C8B-B14F-4D97-AF65-F5344CB8AC3E}">
        <p14:creationId xmlns:p14="http://schemas.microsoft.com/office/powerpoint/2010/main" val="185724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7B7D68-B16F-45E6-A913-3A32DE1B4659}" type="datetimeFigureOut">
              <a:rPr lang="en-IN" smtClean="0"/>
              <a:t>15-06-2026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8DFE0C2-6D91-4E2A-AE60-D88966649C3B}" type="slidenum">
              <a:rPr lang="en-IN" smtClean="0"/>
              <a:t>‹#›</a:t>
            </a:fld>
            <a:endParaRPr lang="en-IN"/>
          </a:p>
        </p:txBody>
      </p:sp>
    </p:spTree>
    <p:extLst>
      <p:ext uri="{BB962C8B-B14F-4D97-AF65-F5344CB8AC3E}">
        <p14:creationId xmlns:p14="http://schemas.microsoft.com/office/powerpoint/2010/main" val="4210421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91891" y="599969"/>
            <a:ext cx="4644443" cy="2099892"/>
          </a:xfrm>
        </p:spPr>
        <p:txBody>
          <a:bodyPr anchor="b"/>
          <a:lstStyle>
            <a:lvl1pPr>
              <a:defRPr sz="3780"/>
            </a:lvl1pPr>
          </a:lstStyle>
          <a:p>
            <a:r>
              <a:rPr lang="en-US"/>
              <a:t>Click to edit Master title style</a:t>
            </a:r>
            <a:endParaRPr lang="en-US" dirty="0"/>
          </a:p>
        </p:txBody>
      </p:sp>
      <p:sp>
        <p:nvSpPr>
          <p:cNvPr id="3" name="Content Placeholder 2"/>
          <p:cNvSpPr>
            <a:spLocks noGrp="1"/>
          </p:cNvSpPr>
          <p:nvPr>
            <p:ph idx="1"/>
          </p:nvPr>
        </p:nvSpPr>
        <p:spPr>
          <a:xfrm>
            <a:off x="6121966" y="1295767"/>
            <a:ext cx="7290108" cy="6395505"/>
          </a:xfrm>
        </p:spPr>
        <p:txBody>
          <a:bodyPr/>
          <a:lstStyle>
            <a:lvl1pPr>
              <a:defRPr sz="3780"/>
            </a:lvl1pPr>
            <a:lvl2pPr>
              <a:defRPr sz="3307"/>
            </a:lvl2pPr>
            <a:lvl3pPr>
              <a:defRPr sz="2835"/>
            </a:lvl3pPr>
            <a:lvl4pPr>
              <a:defRPr sz="2362"/>
            </a:lvl4pPr>
            <a:lvl5pPr>
              <a:defRPr sz="2362"/>
            </a:lvl5pPr>
            <a:lvl6pPr>
              <a:defRPr sz="2362"/>
            </a:lvl6pPr>
            <a:lvl7pPr>
              <a:defRPr sz="2362"/>
            </a:lvl7pPr>
            <a:lvl8pPr>
              <a:defRPr sz="2362"/>
            </a:lvl8pPr>
            <a:lvl9pPr>
              <a:defRPr sz="236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91891" y="2699862"/>
            <a:ext cx="4644443" cy="5001827"/>
          </a:xfrm>
        </p:spPr>
        <p:txBody>
          <a:bodyPr/>
          <a:lstStyle>
            <a:lvl1pPr marL="0" indent="0">
              <a:buNone/>
              <a:defRPr sz="1890"/>
            </a:lvl1pPr>
            <a:lvl2pPr marL="539999" indent="0">
              <a:buNone/>
              <a:defRPr sz="1654"/>
            </a:lvl2pPr>
            <a:lvl3pPr marL="1079998" indent="0">
              <a:buNone/>
              <a:defRPr sz="1417"/>
            </a:lvl3pPr>
            <a:lvl4pPr marL="1619997" indent="0">
              <a:buNone/>
              <a:defRPr sz="1181"/>
            </a:lvl4pPr>
            <a:lvl5pPr marL="2159996" indent="0">
              <a:buNone/>
              <a:defRPr sz="1181"/>
            </a:lvl5pPr>
            <a:lvl6pPr marL="2699995" indent="0">
              <a:buNone/>
              <a:defRPr sz="1181"/>
            </a:lvl6pPr>
            <a:lvl7pPr marL="3239994" indent="0">
              <a:buNone/>
              <a:defRPr sz="1181"/>
            </a:lvl7pPr>
            <a:lvl8pPr marL="3779992" indent="0">
              <a:buNone/>
              <a:defRPr sz="1181"/>
            </a:lvl8pPr>
            <a:lvl9pPr marL="4319991" indent="0">
              <a:buNone/>
              <a:defRPr sz="1181"/>
            </a:lvl9pPr>
          </a:lstStyle>
          <a:p>
            <a:pPr lvl="0"/>
            <a:r>
              <a:rPr lang="en-US"/>
              <a:t>Click to edit Master text styles</a:t>
            </a:r>
          </a:p>
        </p:txBody>
      </p:sp>
      <p:sp>
        <p:nvSpPr>
          <p:cNvPr id="5" name="Date Placeholder 4"/>
          <p:cNvSpPr>
            <a:spLocks noGrp="1"/>
          </p:cNvSpPr>
          <p:nvPr>
            <p:ph type="dt" sz="half" idx="10"/>
          </p:nvPr>
        </p:nvSpPr>
        <p:spPr/>
        <p:txBody>
          <a:bodyPr/>
          <a:lstStyle/>
          <a:p>
            <a:fld id="{357B7D68-B16F-45E6-A913-3A32DE1B4659}" type="datetimeFigureOut">
              <a:rPr lang="en-IN" smtClean="0"/>
              <a:t>15-06-2026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8DFE0C2-6D91-4E2A-AE60-D88966649C3B}" type="slidenum">
              <a:rPr lang="en-IN" smtClean="0"/>
              <a:t>‹#›</a:t>
            </a:fld>
            <a:endParaRPr lang="en-IN"/>
          </a:p>
        </p:txBody>
      </p:sp>
    </p:spTree>
    <p:extLst>
      <p:ext uri="{BB962C8B-B14F-4D97-AF65-F5344CB8AC3E}">
        <p14:creationId xmlns:p14="http://schemas.microsoft.com/office/powerpoint/2010/main" val="2763933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91891" y="599969"/>
            <a:ext cx="4644443" cy="2099892"/>
          </a:xfrm>
        </p:spPr>
        <p:txBody>
          <a:bodyPr anchor="b"/>
          <a:lstStyle>
            <a:lvl1pPr>
              <a:defRPr sz="3780"/>
            </a:lvl1pPr>
          </a:lstStyle>
          <a:p>
            <a:r>
              <a:rPr lang="en-US"/>
              <a:t>Click to edit Master title style</a:t>
            </a:r>
            <a:endParaRPr lang="en-US" dirty="0"/>
          </a:p>
        </p:txBody>
      </p:sp>
      <p:sp>
        <p:nvSpPr>
          <p:cNvPr id="3" name="Picture Placeholder 2"/>
          <p:cNvSpPr>
            <a:spLocks noGrp="1" noChangeAspect="1"/>
          </p:cNvSpPr>
          <p:nvPr>
            <p:ph type="pic" idx="1"/>
          </p:nvPr>
        </p:nvSpPr>
        <p:spPr>
          <a:xfrm>
            <a:off x="6121966" y="1295767"/>
            <a:ext cx="7290108" cy="6395505"/>
          </a:xfrm>
        </p:spPr>
        <p:txBody>
          <a:bodyPr anchor="t"/>
          <a:lstStyle>
            <a:lvl1pPr marL="0" indent="0">
              <a:buNone/>
              <a:defRPr sz="3780"/>
            </a:lvl1pPr>
            <a:lvl2pPr marL="539999" indent="0">
              <a:buNone/>
              <a:defRPr sz="3307"/>
            </a:lvl2pPr>
            <a:lvl3pPr marL="1079998" indent="0">
              <a:buNone/>
              <a:defRPr sz="2835"/>
            </a:lvl3pPr>
            <a:lvl4pPr marL="1619997" indent="0">
              <a:buNone/>
              <a:defRPr sz="2362"/>
            </a:lvl4pPr>
            <a:lvl5pPr marL="2159996" indent="0">
              <a:buNone/>
              <a:defRPr sz="2362"/>
            </a:lvl5pPr>
            <a:lvl6pPr marL="2699995" indent="0">
              <a:buNone/>
              <a:defRPr sz="2362"/>
            </a:lvl6pPr>
            <a:lvl7pPr marL="3239994" indent="0">
              <a:buNone/>
              <a:defRPr sz="2362"/>
            </a:lvl7pPr>
            <a:lvl8pPr marL="3779992" indent="0">
              <a:buNone/>
              <a:defRPr sz="2362"/>
            </a:lvl8pPr>
            <a:lvl9pPr marL="4319991" indent="0">
              <a:buNone/>
              <a:defRPr sz="2362"/>
            </a:lvl9pPr>
          </a:lstStyle>
          <a:p>
            <a:r>
              <a:rPr lang="en-US"/>
              <a:t>Click icon to add picture</a:t>
            </a:r>
            <a:endParaRPr lang="en-US" dirty="0"/>
          </a:p>
        </p:txBody>
      </p:sp>
      <p:sp>
        <p:nvSpPr>
          <p:cNvPr id="4" name="Text Placeholder 3"/>
          <p:cNvSpPr>
            <a:spLocks noGrp="1"/>
          </p:cNvSpPr>
          <p:nvPr>
            <p:ph type="body" sz="half" idx="2"/>
          </p:nvPr>
        </p:nvSpPr>
        <p:spPr>
          <a:xfrm>
            <a:off x="991891" y="2699862"/>
            <a:ext cx="4644443" cy="5001827"/>
          </a:xfrm>
        </p:spPr>
        <p:txBody>
          <a:bodyPr/>
          <a:lstStyle>
            <a:lvl1pPr marL="0" indent="0">
              <a:buNone/>
              <a:defRPr sz="1890"/>
            </a:lvl1pPr>
            <a:lvl2pPr marL="539999" indent="0">
              <a:buNone/>
              <a:defRPr sz="1654"/>
            </a:lvl2pPr>
            <a:lvl3pPr marL="1079998" indent="0">
              <a:buNone/>
              <a:defRPr sz="1417"/>
            </a:lvl3pPr>
            <a:lvl4pPr marL="1619997" indent="0">
              <a:buNone/>
              <a:defRPr sz="1181"/>
            </a:lvl4pPr>
            <a:lvl5pPr marL="2159996" indent="0">
              <a:buNone/>
              <a:defRPr sz="1181"/>
            </a:lvl5pPr>
            <a:lvl6pPr marL="2699995" indent="0">
              <a:buNone/>
              <a:defRPr sz="1181"/>
            </a:lvl6pPr>
            <a:lvl7pPr marL="3239994" indent="0">
              <a:buNone/>
              <a:defRPr sz="1181"/>
            </a:lvl7pPr>
            <a:lvl8pPr marL="3779992" indent="0">
              <a:buNone/>
              <a:defRPr sz="1181"/>
            </a:lvl8pPr>
            <a:lvl9pPr marL="4319991" indent="0">
              <a:buNone/>
              <a:defRPr sz="1181"/>
            </a:lvl9pPr>
          </a:lstStyle>
          <a:p>
            <a:pPr lvl="0"/>
            <a:r>
              <a:rPr lang="en-US"/>
              <a:t>Click to edit Master text styles</a:t>
            </a:r>
          </a:p>
        </p:txBody>
      </p:sp>
      <p:sp>
        <p:nvSpPr>
          <p:cNvPr id="5" name="Date Placeholder 4"/>
          <p:cNvSpPr>
            <a:spLocks noGrp="1"/>
          </p:cNvSpPr>
          <p:nvPr>
            <p:ph type="dt" sz="half" idx="10"/>
          </p:nvPr>
        </p:nvSpPr>
        <p:spPr/>
        <p:txBody>
          <a:bodyPr/>
          <a:lstStyle/>
          <a:p>
            <a:fld id="{357B7D68-B16F-45E6-A913-3A32DE1B4659}" type="datetimeFigureOut">
              <a:rPr lang="en-IN" smtClean="0"/>
              <a:t>15-06-2026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8DFE0C2-6D91-4E2A-AE60-D88966649C3B}" type="slidenum">
              <a:rPr lang="en-IN" smtClean="0"/>
              <a:t>‹#›</a:t>
            </a:fld>
            <a:endParaRPr lang="en-IN"/>
          </a:p>
        </p:txBody>
      </p:sp>
    </p:spTree>
    <p:extLst>
      <p:ext uri="{BB962C8B-B14F-4D97-AF65-F5344CB8AC3E}">
        <p14:creationId xmlns:p14="http://schemas.microsoft.com/office/powerpoint/2010/main" val="2145743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7B7D68-B16F-45E6-A913-3A32DE1B4659}"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DFE0C2-6D91-4E2A-AE60-D88966649C3B}" type="slidenum">
              <a:rPr lang="en-IN" smtClean="0"/>
              <a:t>‹#›</a:t>
            </a:fld>
            <a:endParaRPr lang="en-IN"/>
          </a:p>
        </p:txBody>
      </p:sp>
    </p:spTree>
    <p:extLst>
      <p:ext uri="{BB962C8B-B14F-4D97-AF65-F5344CB8AC3E}">
        <p14:creationId xmlns:p14="http://schemas.microsoft.com/office/powerpoint/2010/main" val="4067959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05152" y="479142"/>
            <a:ext cx="3105046" cy="762669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90015" y="479142"/>
            <a:ext cx="9135135" cy="762669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7B7D68-B16F-45E6-A913-3A32DE1B4659}"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DFE0C2-6D91-4E2A-AE60-D88966649C3B}" type="slidenum">
              <a:rPr lang="en-IN" smtClean="0"/>
              <a:t>‹#›</a:t>
            </a:fld>
            <a:endParaRPr lang="en-IN"/>
          </a:p>
        </p:txBody>
      </p:sp>
    </p:spTree>
    <p:extLst>
      <p:ext uri="{BB962C8B-B14F-4D97-AF65-F5344CB8AC3E}">
        <p14:creationId xmlns:p14="http://schemas.microsoft.com/office/powerpoint/2010/main" val="3838120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0015" y="479143"/>
            <a:ext cx="12420184" cy="173949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90015" y="2395710"/>
            <a:ext cx="12420184" cy="57101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015" y="8341239"/>
            <a:ext cx="3240048" cy="479142"/>
          </a:xfrm>
          <a:prstGeom prst="rect">
            <a:avLst/>
          </a:prstGeom>
        </p:spPr>
        <p:txBody>
          <a:bodyPr vert="horz" lIns="91440" tIns="45720" rIns="91440" bIns="45720" rtlCol="0" anchor="ctr"/>
          <a:lstStyle>
            <a:lvl1pPr algn="l">
              <a:defRPr sz="1417">
                <a:solidFill>
                  <a:schemeClr val="tx1">
                    <a:tint val="82000"/>
                  </a:schemeClr>
                </a:solidFill>
              </a:defRPr>
            </a:lvl1pPr>
          </a:lstStyle>
          <a:p>
            <a:fld id="{357B7D68-B16F-45E6-A913-3A32DE1B4659}" type="datetimeFigureOut">
              <a:rPr lang="en-IN" smtClean="0"/>
              <a:t>15-06-2026</a:t>
            </a:fld>
            <a:endParaRPr lang="en-IN"/>
          </a:p>
        </p:txBody>
      </p:sp>
      <p:sp>
        <p:nvSpPr>
          <p:cNvPr id="5" name="Footer Placeholder 4"/>
          <p:cNvSpPr>
            <a:spLocks noGrp="1"/>
          </p:cNvSpPr>
          <p:nvPr>
            <p:ph type="ftr" sz="quarter" idx="3"/>
          </p:nvPr>
        </p:nvSpPr>
        <p:spPr>
          <a:xfrm>
            <a:off x="4770071" y="8341239"/>
            <a:ext cx="4860072" cy="479142"/>
          </a:xfrm>
          <a:prstGeom prst="rect">
            <a:avLst/>
          </a:prstGeom>
        </p:spPr>
        <p:txBody>
          <a:bodyPr vert="horz" lIns="91440" tIns="45720" rIns="91440" bIns="45720" rtlCol="0" anchor="ctr"/>
          <a:lstStyle>
            <a:lvl1pPr algn="ctr">
              <a:defRPr sz="1417">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10170150" y="8341239"/>
            <a:ext cx="3240048" cy="479142"/>
          </a:xfrm>
          <a:prstGeom prst="rect">
            <a:avLst/>
          </a:prstGeom>
        </p:spPr>
        <p:txBody>
          <a:bodyPr vert="horz" lIns="91440" tIns="45720" rIns="91440" bIns="45720" rtlCol="0" anchor="ctr"/>
          <a:lstStyle>
            <a:lvl1pPr algn="r">
              <a:defRPr sz="1417">
                <a:solidFill>
                  <a:schemeClr val="tx1">
                    <a:tint val="82000"/>
                  </a:schemeClr>
                </a:solidFill>
              </a:defRPr>
            </a:lvl1pPr>
          </a:lstStyle>
          <a:p>
            <a:fld id="{A8DFE0C2-6D91-4E2A-AE60-D88966649C3B}" type="slidenum">
              <a:rPr lang="en-IN" smtClean="0"/>
              <a:t>‹#›</a:t>
            </a:fld>
            <a:endParaRPr lang="en-IN"/>
          </a:p>
        </p:txBody>
      </p:sp>
    </p:spTree>
    <p:extLst>
      <p:ext uri="{BB962C8B-B14F-4D97-AF65-F5344CB8AC3E}">
        <p14:creationId xmlns:p14="http://schemas.microsoft.com/office/powerpoint/2010/main" val="33526962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079998" rtl="0" eaLnBrk="1" latinLnBrk="0" hangingPunct="1">
        <a:lnSpc>
          <a:spcPct val="90000"/>
        </a:lnSpc>
        <a:spcBef>
          <a:spcPct val="0"/>
        </a:spcBef>
        <a:buNone/>
        <a:defRPr sz="5197" kern="1200">
          <a:solidFill>
            <a:schemeClr val="tx1"/>
          </a:solidFill>
          <a:latin typeface="+mj-lt"/>
          <a:ea typeface="+mj-ea"/>
          <a:cs typeface="+mj-cs"/>
        </a:defRPr>
      </a:lvl1pPr>
    </p:titleStyle>
    <p:bodyStyle>
      <a:lvl1pPr marL="269999" indent="-269999" algn="l" defTabSz="1079998" rtl="0" eaLnBrk="1" latinLnBrk="0" hangingPunct="1">
        <a:lnSpc>
          <a:spcPct val="90000"/>
        </a:lnSpc>
        <a:spcBef>
          <a:spcPts val="1181"/>
        </a:spcBef>
        <a:buFont typeface="Arial" panose="020B0604020202020204" pitchFamily="34" charset="0"/>
        <a:buChar char="•"/>
        <a:defRPr sz="3307" kern="1200">
          <a:solidFill>
            <a:schemeClr val="tx1"/>
          </a:solidFill>
          <a:latin typeface="+mn-lt"/>
          <a:ea typeface="+mn-ea"/>
          <a:cs typeface="+mn-cs"/>
        </a:defRPr>
      </a:lvl1pPr>
      <a:lvl2pPr marL="809998" indent="-269999" algn="l" defTabSz="1079998" rtl="0" eaLnBrk="1" latinLnBrk="0" hangingPunct="1">
        <a:lnSpc>
          <a:spcPct val="90000"/>
        </a:lnSpc>
        <a:spcBef>
          <a:spcPts val="591"/>
        </a:spcBef>
        <a:buFont typeface="Arial" panose="020B0604020202020204" pitchFamily="34" charset="0"/>
        <a:buChar char="•"/>
        <a:defRPr sz="2835" kern="1200">
          <a:solidFill>
            <a:schemeClr val="tx1"/>
          </a:solidFill>
          <a:latin typeface="+mn-lt"/>
          <a:ea typeface="+mn-ea"/>
          <a:cs typeface="+mn-cs"/>
        </a:defRPr>
      </a:lvl2pPr>
      <a:lvl3pPr marL="1349997" indent="-269999" algn="l" defTabSz="1079998" rtl="0" eaLnBrk="1" latinLnBrk="0" hangingPunct="1">
        <a:lnSpc>
          <a:spcPct val="90000"/>
        </a:lnSpc>
        <a:spcBef>
          <a:spcPts val="591"/>
        </a:spcBef>
        <a:buFont typeface="Arial" panose="020B0604020202020204" pitchFamily="34" charset="0"/>
        <a:buChar char="•"/>
        <a:defRPr sz="2362" kern="1200">
          <a:solidFill>
            <a:schemeClr val="tx1"/>
          </a:solidFill>
          <a:latin typeface="+mn-lt"/>
          <a:ea typeface="+mn-ea"/>
          <a:cs typeface="+mn-cs"/>
        </a:defRPr>
      </a:lvl3pPr>
      <a:lvl4pPr marL="1889996"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4pPr>
      <a:lvl5pPr marL="2429995"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5pPr>
      <a:lvl6pPr marL="2969994"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6pPr>
      <a:lvl7pPr marL="3509993"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7pPr>
      <a:lvl8pPr marL="4049992"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8pPr>
      <a:lvl9pPr marL="4589991"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9pPr>
    </p:bodyStyle>
    <p:otherStyle>
      <a:defPPr>
        <a:defRPr lang="en-US"/>
      </a:defPPr>
      <a:lvl1pPr marL="0" algn="l" defTabSz="1079998" rtl="0" eaLnBrk="1" latinLnBrk="0" hangingPunct="1">
        <a:defRPr sz="2126" kern="1200">
          <a:solidFill>
            <a:schemeClr val="tx1"/>
          </a:solidFill>
          <a:latin typeface="+mn-lt"/>
          <a:ea typeface="+mn-ea"/>
          <a:cs typeface="+mn-cs"/>
        </a:defRPr>
      </a:lvl1pPr>
      <a:lvl2pPr marL="539999" algn="l" defTabSz="1079998" rtl="0" eaLnBrk="1" latinLnBrk="0" hangingPunct="1">
        <a:defRPr sz="2126" kern="1200">
          <a:solidFill>
            <a:schemeClr val="tx1"/>
          </a:solidFill>
          <a:latin typeface="+mn-lt"/>
          <a:ea typeface="+mn-ea"/>
          <a:cs typeface="+mn-cs"/>
        </a:defRPr>
      </a:lvl2pPr>
      <a:lvl3pPr marL="1079998" algn="l" defTabSz="1079998" rtl="0" eaLnBrk="1" latinLnBrk="0" hangingPunct="1">
        <a:defRPr sz="2126" kern="1200">
          <a:solidFill>
            <a:schemeClr val="tx1"/>
          </a:solidFill>
          <a:latin typeface="+mn-lt"/>
          <a:ea typeface="+mn-ea"/>
          <a:cs typeface="+mn-cs"/>
        </a:defRPr>
      </a:lvl3pPr>
      <a:lvl4pPr marL="1619997" algn="l" defTabSz="1079998" rtl="0" eaLnBrk="1" latinLnBrk="0" hangingPunct="1">
        <a:defRPr sz="2126" kern="1200">
          <a:solidFill>
            <a:schemeClr val="tx1"/>
          </a:solidFill>
          <a:latin typeface="+mn-lt"/>
          <a:ea typeface="+mn-ea"/>
          <a:cs typeface="+mn-cs"/>
        </a:defRPr>
      </a:lvl4pPr>
      <a:lvl5pPr marL="2159996" algn="l" defTabSz="1079998" rtl="0" eaLnBrk="1" latinLnBrk="0" hangingPunct="1">
        <a:defRPr sz="2126" kern="1200">
          <a:solidFill>
            <a:schemeClr val="tx1"/>
          </a:solidFill>
          <a:latin typeface="+mn-lt"/>
          <a:ea typeface="+mn-ea"/>
          <a:cs typeface="+mn-cs"/>
        </a:defRPr>
      </a:lvl5pPr>
      <a:lvl6pPr marL="2699995" algn="l" defTabSz="1079998" rtl="0" eaLnBrk="1" latinLnBrk="0" hangingPunct="1">
        <a:defRPr sz="2126" kern="1200">
          <a:solidFill>
            <a:schemeClr val="tx1"/>
          </a:solidFill>
          <a:latin typeface="+mn-lt"/>
          <a:ea typeface="+mn-ea"/>
          <a:cs typeface="+mn-cs"/>
        </a:defRPr>
      </a:lvl6pPr>
      <a:lvl7pPr marL="3239994" algn="l" defTabSz="1079998" rtl="0" eaLnBrk="1" latinLnBrk="0" hangingPunct="1">
        <a:defRPr sz="2126" kern="1200">
          <a:solidFill>
            <a:schemeClr val="tx1"/>
          </a:solidFill>
          <a:latin typeface="+mn-lt"/>
          <a:ea typeface="+mn-ea"/>
          <a:cs typeface="+mn-cs"/>
        </a:defRPr>
      </a:lvl7pPr>
      <a:lvl8pPr marL="3779992" algn="l" defTabSz="1079998" rtl="0" eaLnBrk="1" latinLnBrk="0" hangingPunct="1">
        <a:defRPr sz="2126" kern="1200">
          <a:solidFill>
            <a:schemeClr val="tx1"/>
          </a:solidFill>
          <a:latin typeface="+mn-lt"/>
          <a:ea typeface="+mn-ea"/>
          <a:cs typeface="+mn-cs"/>
        </a:defRPr>
      </a:lvl8pPr>
      <a:lvl9pPr marL="4319991" algn="l" defTabSz="1079998" rtl="0" eaLnBrk="1" latinLnBrk="0" hangingPunct="1">
        <a:defRPr sz="212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ECB03-23A1-FBD1-B88B-E5143255531A}"/>
              </a:ext>
            </a:extLst>
          </p:cNvPr>
          <p:cNvSpPr>
            <a:spLocks noGrp="1"/>
          </p:cNvSpPr>
          <p:nvPr>
            <p:ph type="ctrTitle"/>
          </p:nvPr>
        </p:nvSpPr>
        <p:spPr/>
        <p:txBody>
          <a:bodyPr>
            <a:normAutofit/>
          </a:bodyPr>
          <a:lstStyle/>
          <a:p>
            <a:r>
              <a:rPr lang="en-US" sz="4000" b="1" dirty="0"/>
              <a:t>CODEALPHA</a:t>
            </a:r>
            <a:br>
              <a:rPr lang="en-US" sz="4000" b="1" dirty="0"/>
            </a:br>
            <a:r>
              <a:rPr lang="en-US" sz="4000" b="1" dirty="0"/>
              <a:t>INETERNSHIP PROJECT REPORT</a:t>
            </a:r>
            <a:br>
              <a:rPr lang="en-US" sz="4000" b="1" dirty="0"/>
            </a:br>
            <a:br>
              <a:rPr lang="en-US" sz="1600" dirty="0"/>
            </a:br>
            <a:br>
              <a:rPr lang="en-US" sz="1600" dirty="0"/>
            </a:br>
            <a:br>
              <a:rPr lang="en-US" sz="1600" dirty="0"/>
            </a:br>
            <a:r>
              <a:rPr lang="en-US" sz="2000" u="sng" dirty="0"/>
              <a:t>STOCK PORTFOLIO TRACKER USING PYTHON</a:t>
            </a:r>
            <a:br>
              <a:rPr lang="en-US" sz="4000" b="1" dirty="0"/>
            </a:br>
            <a:endParaRPr lang="en-IN" sz="4000" b="1" dirty="0"/>
          </a:p>
        </p:txBody>
      </p:sp>
      <p:sp>
        <p:nvSpPr>
          <p:cNvPr id="3" name="Subtitle 2">
            <a:extLst>
              <a:ext uri="{FF2B5EF4-FFF2-40B4-BE49-F238E27FC236}">
                <a16:creationId xmlns:a16="http://schemas.microsoft.com/office/drawing/2014/main" id="{679FA5FA-48A6-1B8E-FD70-CFC2EC43B348}"/>
              </a:ext>
            </a:extLst>
          </p:cNvPr>
          <p:cNvSpPr>
            <a:spLocks noGrp="1"/>
          </p:cNvSpPr>
          <p:nvPr>
            <p:ph type="subTitle" idx="1"/>
          </p:nvPr>
        </p:nvSpPr>
        <p:spPr/>
        <p:txBody>
          <a:bodyPr>
            <a:normAutofit/>
          </a:bodyPr>
          <a:lstStyle/>
          <a:p>
            <a:r>
              <a:rPr lang="en-US" sz="1800" b="1" dirty="0"/>
              <a:t>         Submitted By:  </a:t>
            </a:r>
            <a:r>
              <a:rPr lang="en-US" sz="1600" dirty="0"/>
              <a:t>Himanshu Rastogi</a:t>
            </a:r>
          </a:p>
          <a:p>
            <a:r>
              <a:rPr lang="en-US" sz="1800" b="1" dirty="0"/>
              <a:t>                         Domain: </a:t>
            </a:r>
            <a:r>
              <a:rPr lang="en-US" sz="1600" dirty="0"/>
              <a:t>Python Programming</a:t>
            </a:r>
          </a:p>
          <a:p>
            <a:r>
              <a:rPr lang="en-IN" sz="1800" b="1" dirty="0"/>
              <a:t>Organization:</a:t>
            </a:r>
            <a:r>
              <a:rPr lang="en-IN" sz="1800" dirty="0"/>
              <a:t> Code Alpha</a:t>
            </a:r>
          </a:p>
        </p:txBody>
      </p:sp>
    </p:spTree>
    <p:extLst>
      <p:ext uri="{BB962C8B-B14F-4D97-AF65-F5344CB8AC3E}">
        <p14:creationId xmlns:p14="http://schemas.microsoft.com/office/powerpoint/2010/main" val="3278183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0E325-E09A-E11B-9B80-C832CF0F49E1}"/>
              </a:ext>
            </a:extLst>
          </p:cNvPr>
          <p:cNvSpPr>
            <a:spLocks noGrp="1"/>
          </p:cNvSpPr>
          <p:nvPr>
            <p:ph type="title"/>
          </p:nvPr>
        </p:nvSpPr>
        <p:spPr/>
        <p:txBody>
          <a:bodyPr>
            <a:normAutofit/>
          </a:bodyPr>
          <a:lstStyle/>
          <a:p>
            <a:r>
              <a:rPr lang="en-US" sz="4000" b="1" u="sng" dirty="0"/>
              <a:t>PROJECT TITLE</a:t>
            </a:r>
            <a:br>
              <a:rPr lang="en-US" sz="4000" b="1" dirty="0"/>
            </a:br>
            <a:br>
              <a:rPr lang="en-US" sz="4000" b="1" dirty="0"/>
            </a:br>
            <a:r>
              <a:rPr lang="en-US" sz="2000" dirty="0"/>
              <a:t>Stock Portfolio Using Python</a:t>
            </a:r>
            <a:endParaRPr lang="en-IN" sz="2000" dirty="0"/>
          </a:p>
        </p:txBody>
      </p:sp>
      <p:sp>
        <p:nvSpPr>
          <p:cNvPr id="3" name="Content Placeholder 2">
            <a:extLst>
              <a:ext uri="{FF2B5EF4-FFF2-40B4-BE49-F238E27FC236}">
                <a16:creationId xmlns:a16="http://schemas.microsoft.com/office/drawing/2014/main" id="{42C9CB76-D322-5B27-890A-D789284DFFD5}"/>
              </a:ext>
            </a:extLst>
          </p:cNvPr>
          <p:cNvSpPr>
            <a:spLocks noGrp="1"/>
          </p:cNvSpPr>
          <p:nvPr>
            <p:ph idx="1"/>
          </p:nvPr>
        </p:nvSpPr>
        <p:spPr>
          <a:xfrm>
            <a:off x="964030" y="2357610"/>
            <a:ext cx="12420184" cy="5710124"/>
          </a:xfrm>
        </p:spPr>
        <p:txBody>
          <a:bodyPr>
            <a:normAutofit/>
          </a:bodyPr>
          <a:lstStyle/>
          <a:p>
            <a:pPr marL="0" indent="0">
              <a:buNone/>
            </a:pPr>
            <a:r>
              <a:rPr lang="en-US" sz="4000" b="1" u="sng" dirty="0"/>
              <a:t>OBJECTIVE</a:t>
            </a:r>
          </a:p>
          <a:p>
            <a:pPr marL="0" indent="0">
              <a:buNone/>
            </a:pPr>
            <a:r>
              <a:rPr lang="en-US" sz="2000" dirty="0"/>
              <a:t>To design and develop a Stock Portfolio Tracker using Python that allows users to manage and monitor their stock investments efficiently. The system enables users to enter stock details and quantities, calculates the investment value of each stock using predefined market prices, and determines the overall portfolio value. Additionally, the project generates a detailed portfolio report, helping users analyze their investments while demonstrating the practical application of Python programming concepts such as dictionaries, loops, conditional statements, user input handling, and file management.</a:t>
            </a:r>
          </a:p>
          <a:p>
            <a:pPr marL="0" indent="0">
              <a:buNone/>
            </a:pPr>
            <a:endParaRPr lang="en-US" sz="2000" b="1" u="sng" dirty="0"/>
          </a:p>
          <a:p>
            <a:pPr marL="0" indent="0">
              <a:buNone/>
            </a:pPr>
            <a:r>
              <a:rPr lang="en-US" sz="4000" b="1" u="sng" dirty="0"/>
              <a:t>SOFTWARE REQUIREMENT</a:t>
            </a:r>
          </a:p>
          <a:p>
            <a:pPr marL="0" indent="0">
              <a:buNone/>
            </a:pPr>
            <a:endParaRPr lang="en-IN" sz="4000" b="1" u="sng" dirty="0"/>
          </a:p>
          <a:p>
            <a:pPr marL="0" indent="0">
              <a:buNone/>
            </a:pPr>
            <a:r>
              <a:rPr lang="en-IN" sz="2000" dirty="0"/>
              <a:t>Python 3.x</a:t>
            </a:r>
          </a:p>
          <a:p>
            <a:pPr marL="0" indent="0">
              <a:buNone/>
            </a:pPr>
            <a:r>
              <a:rPr lang="en-IN" sz="2000" dirty="0"/>
              <a:t>Visual studio code(VS Code)</a:t>
            </a:r>
            <a:endParaRPr lang="en-US" sz="2000" dirty="0"/>
          </a:p>
        </p:txBody>
      </p:sp>
    </p:spTree>
    <p:extLst>
      <p:ext uri="{BB962C8B-B14F-4D97-AF65-F5344CB8AC3E}">
        <p14:creationId xmlns:p14="http://schemas.microsoft.com/office/powerpoint/2010/main" val="1158656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1CC6E-C8C7-FAFB-44B1-897C888137AC}"/>
              </a:ext>
            </a:extLst>
          </p:cNvPr>
          <p:cNvSpPr>
            <a:spLocks noGrp="1"/>
          </p:cNvSpPr>
          <p:nvPr>
            <p:ph type="title"/>
          </p:nvPr>
        </p:nvSpPr>
        <p:spPr/>
        <p:txBody>
          <a:bodyPr>
            <a:normAutofit/>
          </a:bodyPr>
          <a:lstStyle/>
          <a:p>
            <a:r>
              <a:rPr lang="en-US" sz="4000" b="1" u="sng" dirty="0"/>
              <a:t>CONCEPT USED</a:t>
            </a:r>
            <a:endParaRPr lang="en-IN" sz="4000" b="1" u="sng" dirty="0"/>
          </a:p>
        </p:txBody>
      </p:sp>
      <p:sp>
        <p:nvSpPr>
          <p:cNvPr id="3" name="Content Placeholder 2">
            <a:extLst>
              <a:ext uri="{FF2B5EF4-FFF2-40B4-BE49-F238E27FC236}">
                <a16:creationId xmlns:a16="http://schemas.microsoft.com/office/drawing/2014/main" id="{EF116200-5EC8-0784-67BE-0C8EEAB48894}"/>
              </a:ext>
            </a:extLst>
          </p:cNvPr>
          <p:cNvSpPr>
            <a:spLocks noGrp="1"/>
          </p:cNvSpPr>
          <p:nvPr>
            <p:ph idx="1"/>
          </p:nvPr>
        </p:nvSpPr>
        <p:spPr>
          <a:xfrm>
            <a:off x="304800" y="1798320"/>
            <a:ext cx="13105399" cy="6307514"/>
          </a:xfrm>
        </p:spPr>
        <p:txBody>
          <a:bodyPr>
            <a:normAutofit/>
          </a:bodyPr>
          <a:lstStyle/>
          <a:p>
            <a:pPr marL="0" indent="0">
              <a:buNone/>
            </a:pPr>
            <a:r>
              <a:rPr lang="en-US" sz="2000" dirty="0"/>
              <a:t>1.Dictionary Data Structure – Used to store stock prices and portfolio details in a structured format.</a:t>
            </a:r>
          </a:p>
          <a:p>
            <a:pPr marL="0" indent="0">
              <a:buNone/>
            </a:pPr>
            <a:r>
              <a:rPr lang="en-US" sz="2000" dirty="0"/>
              <a:t>2.Nested Dictionaries – Utilized for storing multiple attributes of each stock, such as quantity, price, and investment value.</a:t>
            </a:r>
          </a:p>
          <a:p>
            <a:pPr marL="0" indent="0">
              <a:buNone/>
            </a:pPr>
            <a:r>
              <a:rPr lang="en-US" sz="2000" dirty="0"/>
              <a:t>3.Loops (While and For Loops) – Used to repeatedly accept user input and display portfolio information.</a:t>
            </a:r>
          </a:p>
          <a:p>
            <a:pPr marL="0" indent="0">
              <a:buNone/>
            </a:pPr>
            <a:r>
              <a:rPr lang="en-US" sz="2000" dirty="0"/>
              <a:t>4.Conditional Statements (if-else) – Implemented to validate stock names and control program flow.</a:t>
            </a:r>
          </a:p>
          <a:p>
            <a:pPr marL="0" indent="0">
              <a:buNone/>
            </a:pPr>
            <a:r>
              <a:rPr lang="en-US" sz="2000" dirty="0"/>
              <a:t>5.User Input Handling – Enables users to enter stock names and quantities interactively.</a:t>
            </a:r>
          </a:p>
          <a:p>
            <a:pPr marL="0" indent="0">
              <a:buNone/>
            </a:pPr>
            <a:r>
              <a:rPr lang="en-US" sz="2000" dirty="0"/>
              <a:t>6.String Manipulation – Used for formatting and displaying output in a readable manner.</a:t>
            </a:r>
          </a:p>
          <a:p>
            <a:pPr marL="0" indent="0">
              <a:buNone/>
            </a:pPr>
            <a:r>
              <a:rPr lang="en-US" sz="2000" dirty="0"/>
              <a:t>7.Arithmetic Operations – Applied to calculate investment values and total portfolio worth.</a:t>
            </a:r>
          </a:p>
          <a:p>
            <a:pPr marL="0" indent="0">
              <a:buNone/>
            </a:pPr>
            <a:r>
              <a:rPr lang="en-US" sz="2000" dirty="0"/>
              <a:t>8.File Handling – Used to generate and save the portfolio report in a text file.</a:t>
            </a:r>
          </a:p>
          <a:p>
            <a:pPr marL="0" indent="0">
              <a:buNone/>
            </a:pPr>
            <a:r>
              <a:rPr lang="en-US" sz="2000" dirty="0"/>
              <a:t>9.Variables and Data Storage – Used to store stock information, investment amounts, and portfolio summaries.</a:t>
            </a:r>
          </a:p>
          <a:p>
            <a:pPr marL="0" indent="0">
              <a:buNone/>
            </a:pPr>
            <a:r>
              <a:rPr lang="en-US" sz="2000" dirty="0"/>
              <a:t>10.Portfolio Management Logic – Integrates all components to track, calculate, and report stock investments effectively.</a:t>
            </a:r>
            <a:endParaRPr lang="en-IN" sz="2000" dirty="0"/>
          </a:p>
        </p:txBody>
      </p:sp>
    </p:spTree>
    <p:extLst>
      <p:ext uri="{BB962C8B-B14F-4D97-AF65-F5344CB8AC3E}">
        <p14:creationId xmlns:p14="http://schemas.microsoft.com/office/powerpoint/2010/main" val="1493401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A1014-C53D-CEFD-7DD6-F9331AF340D9}"/>
              </a:ext>
            </a:extLst>
          </p:cNvPr>
          <p:cNvSpPr>
            <a:spLocks noGrp="1"/>
          </p:cNvSpPr>
          <p:nvPr>
            <p:ph type="title"/>
          </p:nvPr>
        </p:nvSpPr>
        <p:spPr>
          <a:xfrm>
            <a:off x="990015" y="-944880"/>
            <a:ext cx="12420184" cy="3163519"/>
          </a:xfrm>
        </p:spPr>
        <p:txBody>
          <a:bodyPr>
            <a:normAutofit/>
          </a:bodyPr>
          <a:lstStyle/>
          <a:p>
            <a:r>
              <a:rPr lang="en-US" sz="4000" b="1" u="sng" dirty="0"/>
              <a:t>ALGORITHM</a:t>
            </a:r>
            <a:endParaRPr lang="en-IN" sz="4000" b="1" u="sng" dirty="0"/>
          </a:p>
        </p:txBody>
      </p:sp>
      <p:sp>
        <p:nvSpPr>
          <p:cNvPr id="3" name="Content Placeholder 2">
            <a:extLst>
              <a:ext uri="{FF2B5EF4-FFF2-40B4-BE49-F238E27FC236}">
                <a16:creationId xmlns:a16="http://schemas.microsoft.com/office/drawing/2014/main" id="{566AA460-2BAF-05E1-0D95-A836CB3E50EE}"/>
              </a:ext>
            </a:extLst>
          </p:cNvPr>
          <p:cNvSpPr>
            <a:spLocks noGrp="1"/>
          </p:cNvSpPr>
          <p:nvPr>
            <p:ph idx="1"/>
          </p:nvPr>
        </p:nvSpPr>
        <p:spPr>
          <a:xfrm>
            <a:off x="533400" y="1066800"/>
            <a:ext cx="12709159" cy="7145714"/>
          </a:xfrm>
        </p:spPr>
        <p:txBody>
          <a:bodyPr>
            <a:normAutofit fontScale="25000" lnSpcReduction="20000"/>
          </a:bodyPr>
          <a:lstStyle/>
          <a:p>
            <a:pPr marL="0" indent="0">
              <a:buNone/>
            </a:pPr>
            <a:r>
              <a:rPr lang="en-US" sz="5600" dirty="0"/>
              <a:t>1.Start the program.</a:t>
            </a:r>
          </a:p>
          <a:p>
            <a:pPr marL="0" indent="0">
              <a:buNone/>
            </a:pPr>
            <a:r>
              <a:rPr lang="en-US" sz="6200" dirty="0"/>
              <a:t>2.Create a dictionary containing predefined stock names and their corresponding prices.</a:t>
            </a:r>
          </a:p>
          <a:p>
            <a:pPr marL="0" indent="0">
              <a:buNone/>
            </a:pPr>
            <a:r>
              <a:rPr lang="en-US" sz="6200" dirty="0"/>
              <a:t>3.Initialize an empty dictionary to store portfolio details.</a:t>
            </a:r>
          </a:p>
          <a:p>
            <a:pPr marL="0" indent="0">
              <a:buNone/>
            </a:pPr>
            <a:r>
              <a:rPr lang="en-US" sz="6200" dirty="0"/>
              <a:t>4.Initialize a variable to store the total investment value.</a:t>
            </a:r>
          </a:p>
          <a:p>
            <a:pPr marL="0" indent="0">
              <a:buNone/>
            </a:pPr>
            <a:r>
              <a:rPr lang="en-US" sz="6200" dirty="0"/>
              <a:t>5.Display the title "Stock Portfolio Tracker".</a:t>
            </a:r>
          </a:p>
          <a:p>
            <a:pPr marL="0" indent="0">
              <a:buNone/>
            </a:pPr>
            <a:r>
              <a:rPr lang="en-US" sz="6200" dirty="0"/>
              <a:t>6.Prompt the user to enter a stock name.</a:t>
            </a:r>
          </a:p>
          <a:p>
            <a:pPr marL="0" indent="0">
              <a:buNone/>
            </a:pPr>
            <a:r>
              <a:rPr lang="en-US" sz="6200" dirty="0"/>
              <a:t>7.Check if the entered stock name is "DONE".</a:t>
            </a:r>
          </a:p>
          <a:p>
            <a:pPr marL="0" indent="0">
              <a:buNone/>
            </a:pPr>
            <a:r>
              <a:rPr lang="en-US" sz="6200" dirty="0"/>
              <a:t>8.If the user enters "DONE", terminate the input process and proceed to the portfolio summary.</a:t>
            </a:r>
          </a:p>
          <a:p>
            <a:pPr marL="0" indent="0">
              <a:buNone/>
            </a:pPr>
            <a:r>
              <a:rPr lang="en-US" sz="6200" dirty="0"/>
              <a:t>9.Otherwise, verify whether the entered stock exists in the stock price dictionary.</a:t>
            </a:r>
          </a:p>
          <a:p>
            <a:pPr marL="0" indent="0">
              <a:buNone/>
            </a:pPr>
            <a:r>
              <a:rPr lang="en-US" sz="6200" dirty="0"/>
              <a:t>10.If the stock exists, prompt the user to enter the quantity of shares.</a:t>
            </a:r>
          </a:p>
          <a:p>
            <a:pPr marL="0" indent="0">
              <a:buNone/>
            </a:pPr>
            <a:r>
              <a:rPr lang="en-US" sz="6200" dirty="0"/>
              <a:t>11.Calculate the investment value by multiplying the stock price by the quantity.</a:t>
            </a:r>
          </a:p>
          <a:p>
            <a:pPr marL="0" indent="0">
              <a:buNone/>
            </a:pPr>
            <a:r>
              <a:rPr lang="en-US" sz="6200" dirty="0"/>
              <a:t>12.Store the stock details (quantity, price, and investment value) in the portfolio dictionary.</a:t>
            </a:r>
          </a:p>
          <a:p>
            <a:pPr marL="0" indent="0">
              <a:buNone/>
            </a:pPr>
            <a:r>
              <a:rPr lang="en-US" sz="6200" dirty="0"/>
              <a:t>13.Add the investment value to the total portfolio value.</a:t>
            </a:r>
          </a:p>
          <a:p>
            <a:pPr marL="0" indent="0">
              <a:buNone/>
            </a:pPr>
            <a:r>
              <a:rPr lang="en-US" sz="6200" dirty="0"/>
              <a:t>14.Display the details of the added stock.</a:t>
            </a:r>
          </a:p>
          <a:p>
            <a:pPr marL="0" indent="0">
              <a:buNone/>
            </a:pPr>
            <a:r>
              <a:rPr lang="en-US" sz="6200" dirty="0"/>
              <a:t>15.If the stock does not exist, display an appropriate error message.</a:t>
            </a:r>
          </a:p>
          <a:p>
            <a:pPr marL="0" indent="0">
              <a:buNone/>
            </a:pPr>
            <a:r>
              <a:rPr lang="en-US" sz="6200" dirty="0"/>
              <a:t>16.Repeat steps 6–15 until the user enters "DONE".</a:t>
            </a:r>
          </a:p>
          <a:p>
            <a:pPr marL="0" indent="0">
              <a:buNone/>
            </a:pPr>
            <a:r>
              <a:rPr lang="en-US" sz="6200" dirty="0"/>
              <a:t>17.Display the portfolio summary, including all stock details.</a:t>
            </a:r>
          </a:p>
          <a:p>
            <a:pPr marL="0" indent="0">
              <a:buNone/>
            </a:pPr>
            <a:r>
              <a:rPr lang="en-US" sz="6200" dirty="0"/>
              <a:t>18.Display the total portfolio value.</a:t>
            </a:r>
          </a:p>
          <a:p>
            <a:pPr marL="0" indent="0">
              <a:buNone/>
            </a:pPr>
            <a:r>
              <a:rPr lang="en-US" sz="6200" dirty="0"/>
              <a:t>19.Create a text file named "portfolio_report.txt".</a:t>
            </a:r>
          </a:p>
          <a:p>
            <a:pPr marL="0" indent="0">
              <a:buNone/>
            </a:pPr>
            <a:r>
              <a:rPr lang="en-US" sz="6200" dirty="0"/>
              <a:t>20.Write all portfolio details and the total portfolio value into the file.</a:t>
            </a:r>
          </a:p>
          <a:p>
            <a:pPr marL="0" indent="0">
              <a:buNone/>
            </a:pPr>
            <a:r>
              <a:rPr lang="en-US" sz="6200" dirty="0"/>
              <a:t>21.Save and close the file.</a:t>
            </a:r>
          </a:p>
          <a:p>
            <a:pPr marL="0" indent="0">
              <a:buNone/>
            </a:pPr>
            <a:r>
              <a:rPr lang="en-US" sz="6200" dirty="0"/>
              <a:t>22.Display a confirmation message indicating that the portfolio report has been generated successfully.</a:t>
            </a:r>
          </a:p>
          <a:p>
            <a:pPr marL="0" indent="0">
              <a:buNone/>
            </a:pPr>
            <a:r>
              <a:rPr lang="en-US" sz="6200" dirty="0"/>
              <a:t>23.End the program.</a:t>
            </a:r>
            <a:endParaRPr lang="en-IN" sz="6200" dirty="0"/>
          </a:p>
        </p:txBody>
      </p:sp>
    </p:spTree>
    <p:extLst>
      <p:ext uri="{BB962C8B-B14F-4D97-AF65-F5344CB8AC3E}">
        <p14:creationId xmlns:p14="http://schemas.microsoft.com/office/powerpoint/2010/main" val="4075842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7A1EA-76A2-4A31-3E92-3A111A2F040C}"/>
              </a:ext>
            </a:extLst>
          </p:cNvPr>
          <p:cNvSpPr>
            <a:spLocks noGrp="1"/>
          </p:cNvSpPr>
          <p:nvPr>
            <p:ph type="title"/>
          </p:nvPr>
        </p:nvSpPr>
        <p:spPr>
          <a:xfrm>
            <a:off x="990015" y="-1341120"/>
            <a:ext cx="12420184" cy="3559759"/>
          </a:xfrm>
        </p:spPr>
        <p:txBody>
          <a:bodyPr>
            <a:normAutofit/>
          </a:bodyPr>
          <a:lstStyle/>
          <a:p>
            <a:r>
              <a:rPr lang="en-US" sz="4000" b="1" u="sng" dirty="0"/>
              <a:t>SOURCE CODE</a:t>
            </a:r>
            <a:endParaRPr lang="en-IN" sz="4000" b="1" u="sng" dirty="0"/>
          </a:p>
        </p:txBody>
      </p:sp>
      <p:sp>
        <p:nvSpPr>
          <p:cNvPr id="3" name="Content Placeholder 2">
            <a:extLst>
              <a:ext uri="{FF2B5EF4-FFF2-40B4-BE49-F238E27FC236}">
                <a16:creationId xmlns:a16="http://schemas.microsoft.com/office/drawing/2014/main" id="{B1016FA9-409A-4EAF-073C-5CCB2636E64A}"/>
              </a:ext>
            </a:extLst>
          </p:cNvPr>
          <p:cNvSpPr>
            <a:spLocks noGrp="1"/>
          </p:cNvSpPr>
          <p:nvPr>
            <p:ph idx="1"/>
          </p:nvPr>
        </p:nvSpPr>
        <p:spPr>
          <a:xfrm>
            <a:off x="990015" y="822960"/>
            <a:ext cx="12420184" cy="7282874"/>
          </a:xfrm>
        </p:spPr>
        <p:txBody>
          <a:bodyPr>
            <a:noAutofit/>
          </a:bodyPr>
          <a:lstStyle/>
          <a:p>
            <a:pPr marL="0" indent="0">
              <a:buNone/>
            </a:pPr>
            <a:r>
              <a:rPr lang="en-IN" sz="1400" dirty="0" err="1"/>
              <a:t>stock_prices</a:t>
            </a:r>
            <a:r>
              <a:rPr lang="en-IN" sz="1400" dirty="0"/>
              <a:t> = {</a:t>
            </a:r>
          </a:p>
          <a:p>
            <a:pPr marL="0" indent="0">
              <a:buNone/>
            </a:pPr>
            <a:r>
              <a:rPr lang="en-IN" sz="1400" dirty="0"/>
              <a:t>    "AAPL": 180,</a:t>
            </a:r>
          </a:p>
          <a:p>
            <a:pPr marL="0" indent="0">
              <a:buNone/>
            </a:pPr>
            <a:r>
              <a:rPr lang="en-IN" sz="1400" dirty="0"/>
              <a:t>    "TSLA": 250,</a:t>
            </a:r>
          </a:p>
          <a:p>
            <a:pPr marL="0" indent="0">
              <a:buNone/>
            </a:pPr>
            <a:r>
              <a:rPr lang="en-IN" sz="1400" dirty="0"/>
              <a:t>    "GOOGL": 140,</a:t>
            </a:r>
          </a:p>
          <a:p>
            <a:pPr marL="0" indent="0">
              <a:buNone/>
            </a:pPr>
            <a:r>
              <a:rPr lang="en-IN" sz="1400" dirty="0"/>
              <a:t>    "MSFT": 330,</a:t>
            </a:r>
          </a:p>
          <a:p>
            <a:pPr marL="0" indent="0">
              <a:buNone/>
            </a:pPr>
            <a:r>
              <a:rPr lang="en-IN" sz="1400" dirty="0"/>
              <a:t>    "AMZN": 150,</a:t>
            </a:r>
          </a:p>
          <a:p>
            <a:pPr marL="0" indent="0">
              <a:buNone/>
            </a:pPr>
            <a:r>
              <a:rPr lang="en-IN" sz="1400" dirty="0"/>
              <a:t>    "NFLX": 450</a:t>
            </a:r>
          </a:p>
          <a:p>
            <a:pPr marL="0" indent="0">
              <a:buNone/>
            </a:pPr>
            <a:r>
              <a:rPr lang="en-IN" sz="1400" dirty="0"/>
              <a:t>}</a:t>
            </a:r>
          </a:p>
          <a:p>
            <a:pPr marL="0" indent="0">
              <a:buNone/>
            </a:pPr>
            <a:endParaRPr lang="en-IN" sz="1400" dirty="0"/>
          </a:p>
          <a:p>
            <a:pPr marL="0" indent="0">
              <a:buNone/>
            </a:pPr>
            <a:r>
              <a:rPr lang="en-IN" sz="1400" dirty="0"/>
              <a:t>portfolio = {}</a:t>
            </a:r>
          </a:p>
          <a:p>
            <a:pPr marL="0" indent="0">
              <a:buNone/>
            </a:pPr>
            <a:r>
              <a:rPr lang="en-IN" sz="1400" dirty="0" err="1"/>
              <a:t>total_investment</a:t>
            </a:r>
            <a:r>
              <a:rPr lang="en-IN" sz="1400" dirty="0"/>
              <a:t> = 0</a:t>
            </a:r>
          </a:p>
          <a:p>
            <a:pPr marL="0" indent="0">
              <a:buNone/>
            </a:pPr>
            <a:endParaRPr lang="en-IN" sz="1400" dirty="0"/>
          </a:p>
          <a:p>
            <a:pPr marL="0" indent="0">
              <a:buNone/>
            </a:pPr>
            <a:r>
              <a:rPr lang="en-IN" sz="1400" dirty="0"/>
              <a:t>print("=" * 50)</a:t>
            </a:r>
          </a:p>
          <a:p>
            <a:pPr marL="0" indent="0">
              <a:buNone/>
            </a:pPr>
            <a:r>
              <a:rPr lang="en-IN" sz="1400" dirty="0"/>
              <a:t>print("       STOCK PORTFOLIO TRACKER")</a:t>
            </a:r>
          </a:p>
          <a:p>
            <a:pPr marL="0" indent="0">
              <a:buNone/>
            </a:pPr>
            <a:r>
              <a:rPr lang="en-IN" sz="1400" dirty="0"/>
              <a:t>print("=" * 50)</a:t>
            </a:r>
          </a:p>
          <a:p>
            <a:pPr marL="0" indent="0">
              <a:buNone/>
            </a:pPr>
            <a:endParaRPr lang="en-IN" sz="1400" dirty="0"/>
          </a:p>
          <a:p>
            <a:pPr marL="0" indent="0">
              <a:buNone/>
            </a:pPr>
            <a:r>
              <a:rPr lang="en-IN" sz="1400" dirty="0"/>
              <a:t>while True:</a:t>
            </a:r>
          </a:p>
          <a:p>
            <a:pPr marL="0" indent="0">
              <a:buNone/>
            </a:pPr>
            <a:r>
              <a:rPr lang="en-IN" sz="1400" dirty="0"/>
              <a:t>    </a:t>
            </a:r>
            <a:r>
              <a:rPr lang="en-IN" sz="1400" dirty="0" err="1"/>
              <a:t>stock_name</a:t>
            </a:r>
            <a:r>
              <a:rPr lang="en-IN" sz="1400" dirty="0"/>
              <a:t> = input("\</a:t>
            </a:r>
            <a:r>
              <a:rPr lang="en-IN" sz="1400" dirty="0" err="1"/>
              <a:t>nEnter</a:t>
            </a:r>
            <a:r>
              <a:rPr lang="en-IN" sz="1400" dirty="0"/>
              <a:t> Stock Name (or 'DONE' to finish): ").upper()</a:t>
            </a:r>
          </a:p>
          <a:p>
            <a:pPr marL="0" indent="0">
              <a:buNone/>
            </a:pPr>
            <a:endParaRPr lang="en-IN" sz="1400" dirty="0"/>
          </a:p>
          <a:p>
            <a:pPr marL="0" indent="0">
              <a:buNone/>
            </a:pPr>
            <a:r>
              <a:rPr lang="en-IN" sz="1400" dirty="0"/>
              <a:t>    if </a:t>
            </a:r>
            <a:r>
              <a:rPr lang="en-IN" sz="1400" dirty="0" err="1"/>
              <a:t>stock_name</a:t>
            </a:r>
            <a:r>
              <a:rPr lang="en-IN" sz="1400" dirty="0"/>
              <a:t> == "DONE":</a:t>
            </a:r>
          </a:p>
          <a:p>
            <a:pPr marL="0" indent="0">
              <a:buNone/>
            </a:pPr>
            <a:r>
              <a:rPr lang="en-IN" sz="1400" dirty="0"/>
              <a:t>        break</a:t>
            </a:r>
          </a:p>
          <a:p>
            <a:pPr marL="0" indent="0">
              <a:buNone/>
            </a:pPr>
            <a:endParaRPr lang="en-IN" sz="1400" dirty="0"/>
          </a:p>
          <a:p>
            <a:pPr marL="0" indent="0">
              <a:buNone/>
            </a:pPr>
            <a:r>
              <a:rPr lang="en-IN" sz="1400" dirty="0"/>
              <a:t>    if </a:t>
            </a:r>
            <a:r>
              <a:rPr lang="en-IN" sz="1400" dirty="0" err="1"/>
              <a:t>stock_name</a:t>
            </a:r>
            <a:r>
              <a:rPr lang="en-IN" sz="1400" dirty="0"/>
              <a:t> in </a:t>
            </a:r>
            <a:r>
              <a:rPr lang="en-IN" sz="1400" dirty="0" err="1"/>
              <a:t>stock_prices</a:t>
            </a:r>
            <a:r>
              <a:rPr lang="en-IN" sz="1400" dirty="0"/>
              <a:t>:</a:t>
            </a:r>
          </a:p>
          <a:p>
            <a:pPr marL="0" indent="0">
              <a:buNone/>
            </a:pPr>
            <a:r>
              <a:rPr lang="en-IN" sz="1400" dirty="0"/>
              <a:t>        quantity = int(input("Enter Quantity of Shares: "))</a:t>
            </a:r>
          </a:p>
          <a:p>
            <a:pPr marL="0" indent="0">
              <a:buNone/>
            </a:pPr>
            <a:endParaRPr lang="en-IN" sz="1400" dirty="0"/>
          </a:p>
          <a:p>
            <a:pPr marL="0" indent="0">
              <a:buNone/>
            </a:pPr>
            <a:r>
              <a:rPr lang="en-IN" sz="1400" dirty="0"/>
              <a:t>     </a:t>
            </a:r>
          </a:p>
        </p:txBody>
      </p:sp>
    </p:spTree>
    <p:extLst>
      <p:ext uri="{BB962C8B-B14F-4D97-AF65-F5344CB8AC3E}">
        <p14:creationId xmlns:p14="http://schemas.microsoft.com/office/powerpoint/2010/main" val="574881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33541-B7BF-7FD3-F934-C4BDD3ADCA6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B744D87-672E-0D44-D486-BBABD2D42121}"/>
              </a:ext>
            </a:extLst>
          </p:cNvPr>
          <p:cNvSpPr>
            <a:spLocks noGrp="1"/>
          </p:cNvSpPr>
          <p:nvPr>
            <p:ph idx="1"/>
          </p:nvPr>
        </p:nvSpPr>
        <p:spPr>
          <a:xfrm>
            <a:off x="990015" y="0"/>
            <a:ext cx="12420184" cy="8105834"/>
          </a:xfrm>
        </p:spPr>
        <p:txBody>
          <a:bodyPr>
            <a:normAutofit fontScale="25000" lnSpcReduction="20000"/>
          </a:bodyPr>
          <a:lstStyle/>
          <a:p>
            <a:pPr marL="0" indent="0">
              <a:buNone/>
            </a:pPr>
            <a:endParaRPr lang="en-IN" sz="6400" dirty="0"/>
          </a:p>
          <a:p>
            <a:pPr marL="0" indent="0">
              <a:buNone/>
            </a:pPr>
            <a:r>
              <a:rPr lang="en-IN" sz="5600" dirty="0"/>
              <a:t>        </a:t>
            </a:r>
            <a:r>
              <a:rPr lang="en-IN" sz="5600" dirty="0" err="1"/>
              <a:t>investment_value</a:t>
            </a:r>
            <a:r>
              <a:rPr lang="en-IN" sz="5600" dirty="0"/>
              <a:t> = </a:t>
            </a:r>
            <a:r>
              <a:rPr lang="en-IN" sz="5600" dirty="0" err="1"/>
              <a:t>stock_prices</a:t>
            </a:r>
            <a:r>
              <a:rPr lang="en-IN" sz="5600" dirty="0"/>
              <a:t>[</a:t>
            </a:r>
            <a:r>
              <a:rPr lang="en-IN" sz="5600" dirty="0" err="1"/>
              <a:t>stock_name</a:t>
            </a:r>
            <a:r>
              <a:rPr lang="en-IN" sz="5600" dirty="0"/>
              <a:t>] * quantity</a:t>
            </a:r>
          </a:p>
          <a:p>
            <a:pPr marL="0" indent="0">
              <a:buNone/>
            </a:pPr>
            <a:endParaRPr lang="en-IN" sz="5600" dirty="0"/>
          </a:p>
          <a:p>
            <a:pPr marL="0" indent="0">
              <a:buNone/>
            </a:pPr>
            <a:r>
              <a:rPr lang="en-IN" sz="5600" dirty="0"/>
              <a:t>        portfolio[</a:t>
            </a:r>
            <a:r>
              <a:rPr lang="en-IN" sz="5600" dirty="0" err="1"/>
              <a:t>stock_name</a:t>
            </a:r>
            <a:r>
              <a:rPr lang="en-IN" sz="5600" dirty="0"/>
              <a:t>] = {</a:t>
            </a:r>
          </a:p>
          <a:p>
            <a:pPr marL="0" indent="0">
              <a:buNone/>
            </a:pPr>
            <a:r>
              <a:rPr lang="en-IN" sz="5600" dirty="0"/>
              <a:t>            "Quantity": quantity,</a:t>
            </a:r>
          </a:p>
          <a:p>
            <a:pPr marL="0" indent="0">
              <a:buNone/>
            </a:pPr>
            <a:r>
              <a:rPr lang="en-IN" sz="5600" dirty="0"/>
              <a:t>            "Price": </a:t>
            </a:r>
            <a:r>
              <a:rPr lang="en-IN" sz="5600" dirty="0" err="1"/>
              <a:t>stock_prices</a:t>
            </a:r>
            <a:r>
              <a:rPr lang="en-IN" sz="5600" dirty="0"/>
              <a:t>[</a:t>
            </a:r>
            <a:r>
              <a:rPr lang="en-IN" sz="5600" dirty="0" err="1"/>
              <a:t>stock_name</a:t>
            </a:r>
            <a:r>
              <a:rPr lang="en-IN" sz="5600" dirty="0"/>
              <a:t>],</a:t>
            </a:r>
          </a:p>
          <a:p>
            <a:pPr marL="0" indent="0">
              <a:buNone/>
            </a:pPr>
            <a:r>
              <a:rPr lang="en-IN" sz="5600" dirty="0"/>
              <a:t>            "Investment": </a:t>
            </a:r>
            <a:r>
              <a:rPr lang="en-IN" sz="5600" dirty="0" err="1"/>
              <a:t>investment_value</a:t>
            </a:r>
            <a:endParaRPr lang="en-IN" sz="5600" dirty="0"/>
          </a:p>
          <a:p>
            <a:pPr marL="0" indent="0">
              <a:buNone/>
            </a:pPr>
            <a:r>
              <a:rPr lang="en-IN" sz="5600" dirty="0"/>
              <a:t>        }</a:t>
            </a:r>
          </a:p>
          <a:p>
            <a:pPr marL="0" indent="0">
              <a:buNone/>
            </a:pPr>
            <a:endParaRPr lang="en-IN" sz="5600" dirty="0"/>
          </a:p>
          <a:p>
            <a:pPr marL="0" indent="0">
              <a:buNone/>
            </a:pPr>
            <a:r>
              <a:rPr lang="en-IN" sz="5600" dirty="0"/>
              <a:t>        </a:t>
            </a:r>
            <a:r>
              <a:rPr lang="en-IN" sz="5600" dirty="0" err="1"/>
              <a:t>total_investment</a:t>
            </a:r>
            <a:r>
              <a:rPr lang="en-IN" sz="5600" dirty="0"/>
              <a:t> += </a:t>
            </a:r>
            <a:r>
              <a:rPr lang="en-IN" sz="5600" dirty="0" err="1"/>
              <a:t>investment_value</a:t>
            </a:r>
            <a:endParaRPr lang="en-IN" sz="5600" dirty="0"/>
          </a:p>
          <a:p>
            <a:pPr marL="0" indent="0">
              <a:buNone/>
            </a:pPr>
            <a:endParaRPr lang="en-IN" sz="5600" dirty="0"/>
          </a:p>
          <a:p>
            <a:pPr marL="0" indent="0">
              <a:buNone/>
            </a:pPr>
            <a:r>
              <a:rPr lang="en-IN" sz="5600" dirty="0"/>
              <a:t>        print(f"\</a:t>
            </a:r>
            <a:r>
              <a:rPr lang="en-IN" sz="5600" dirty="0" err="1"/>
              <a:t>nStock</a:t>
            </a:r>
            <a:r>
              <a:rPr lang="en-IN" sz="5600" dirty="0"/>
              <a:t> Added Successfully!")</a:t>
            </a:r>
          </a:p>
          <a:p>
            <a:pPr marL="0" indent="0">
              <a:buNone/>
            </a:pPr>
            <a:r>
              <a:rPr lang="en-IN" sz="5600" dirty="0"/>
              <a:t>        print(</a:t>
            </a:r>
            <a:r>
              <a:rPr lang="en-IN" sz="5600" dirty="0" err="1"/>
              <a:t>f"Stock</a:t>
            </a:r>
            <a:r>
              <a:rPr lang="en-IN" sz="5600" dirty="0"/>
              <a:t> Name      : {</a:t>
            </a:r>
            <a:r>
              <a:rPr lang="en-IN" sz="5600" dirty="0" err="1"/>
              <a:t>stock_name</a:t>
            </a:r>
            <a:r>
              <a:rPr lang="en-IN" sz="5600" dirty="0"/>
              <a:t>}")</a:t>
            </a:r>
          </a:p>
          <a:p>
            <a:pPr marL="0" indent="0">
              <a:buNone/>
            </a:pPr>
            <a:r>
              <a:rPr lang="en-IN" sz="5600" dirty="0"/>
              <a:t>        print(</a:t>
            </a:r>
            <a:r>
              <a:rPr lang="en-IN" sz="5600" dirty="0" err="1"/>
              <a:t>f"Share</a:t>
            </a:r>
            <a:r>
              <a:rPr lang="en-IN" sz="5600" dirty="0"/>
              <a:t> Price     : ${</a:t>
            </a:r>
            <a:r>
              <a:rPr lang="en-IN" sz="5600" dirty="0" err="1"/>
              <a:t>stock_prices</a:t>
            </a:r>
            <a:r>
              <a:rPr lang="en-IN" sz="5600" dirty="0"/>
              <a:t>[</a:t>
            </a:r>
            <a:r>
              <a:rPr lang="en-IN" sz="5600" dirty="0" err="1"/>
              <a:t>stock_name</a:t>
            </a:r>
            <a:r>
              <a:rPr lang="en-IN" sz="5600" dirty="0"/>
              <a:t>]}")</a:t>
            </a:r>
          </a:p>
          <a:p>
            <a:pPr marL="0" indent="0">
              <a:buNone/>
            </a:pPr>
            <a:r>
              <a:rPr lang="en-IN" sz="5600" dirty="0"/>
              <a:t>        print(</a:t>
            </a:r>
            <a:r>
              <a:rPr lang="en-IN" sz="5600" dirty="0" err="1"/>
              <a:t>f"Quantity</a:t>
            </a:r>
            <a:r>
              <a:rPr lang="en-IN" sz="5600" dirty="0"/>
              <a:t>        : {quantity}")</a:t>
            </a:r>
          </a:p>
          <a:p>
            <a:pPr marL="0" indent="0">
              <a:buNone/>
            </a:pPr>
            <a:r>
              <a:rPr lang="en-IN" sz="5600" dirty="0"/>
              <a:t>        print(</a:t>
            </a:r>
            <a:r>
              <a:rPr lang="en-IN" sz="5600" dirty="0" err="1"/>
              <a:t>f"Investment</a:t>
            </a:r>
            <a:r>
              <a:rPr lang="en-IN" sz="5600" dirty="0"/>
              <a:t> Value: ${</a:t>
            </a:r>
            <a:r>
              <a:rPr lang="en-IN" sz="5600" dirty="0" err="1"/>
              <a:t>investment_value</a:t>
            </a:r>
            <a:r>
              <a:rPr lang="en-IN" sz="5600" dirty="0"/>
              <a:t>}")</a:t>
            </a:r>
          </a:p>
          <a:p>
            <a:pPr marL="0" indent="0">
              <a:buNone/>
            </a:pPr>
            <a:endParaRPr lang="en-IN" sz="5600" dirty="0"/>
          </a:p>
          <a:p>
            <a:pPr marL="0" indent="0">
              <a:buNone/>
            </a:pPr>
            <a:r>
              <a:rPr lang="en-IN" sz="5600" dirty="0"/>
              <a:t>    else:</a:t>
            </a:r>
          </a:p>
          <a:p>
            <a:pPr marL="0" indent="0">
              <a:buNone/>
            </a:pPr>
            <a:r>
              <a:rPr lang="en-IN" sz="5600" dirty="0"/>
              <a:t>        print("Stock not found in database!")</a:t>
            </a:r>
          </a:p>
          <a:p>
            <a:pPr marL="0" indent="0">
              <a:buNone/>
            </a:pPr>
            <a:endParaRPr lang="en-IN" sz="5600" dirty="0"/>
          </a:p>
          <a:p>
            <a:pPr marL="0" indent="0">
              <a:buNone/>
            </a:pPr>
            <a:r>
              <a:rPr lang="en-IN" sz="5600" dirty="0"/>
              <a:t>print("\n")</a:t>
            </a:r>
          </a:p>
          <a:p>
            <a:pPr marL="0" indent="0">
              <a:buNone/>
            </a:pPr>
            <a:r>
              <a:rPr lang="en-IN" sz="5600" dirty="0"/>
              <a:t>print("=" * 50)</a:t>
            </a:r>
          </a:p>
          <a:p>
            <a:pPr marL="0" indent="0">
              <a:buNone/>
            </a:pPr>
            <a:r>
              <a:rPr lang="en-IN" sz="5600" dirty="0"/>
              <a:t>print("         PORTFOLIO SUMMARY")</a:t>
            </a:r>
          </a:p>
          <a:p>
            <a:pPr marL="0" indent="0">
              <a:buNone/>
            </a:pPr>
            <a:r>
              <a:rPr lang="en-IN" sz="5600" dirty="0"/>
              <a:t>print("=" * 50)</a:t>
            </a:r>
          </a:p>
          <a:p>
            <a:pPr marL="0" indent="0">
              <a:buNone/>
            </a:pPr>
            <a:endParaRPr lang="en-IN" sz="5600" dirty="0"/>
          </a:p>
          <a:p>
            <a:pPr marL="0" indent="0">
              <a:buNone/>
            </a:pPr>
            <a:r>
              <a:rPr lang="en-IN" sz="5600" dirty="0"/>
              <a:t>for stock, details in </a:t>
            </a:r>
            <a:r>
              <a:rPr lang="en-IN" sz="5600" dirty="0" err="1"/>
              <a:t>portfolio.items</a:t>
            </a:r>
            <a:r>
              <a:rPr lang="en-IN" sz="5600" dirty="0"/>
              <a:t>():</a:t>
            </a:r>
          </a:p>
          <a:p>
            <a:pPr marL="0" indent="0">
              <a:buNone/>
            </a:pPr>
            <a:r>
              <a:rPr lang="en-IN" sz="5600" dirty="0"/>
              <a:t>    print(f"\</a:t>
            </a:r>
            <a:r>
              <a:rPr lang="en-IN" sz="5600" dirty="0" err="1"/>
              <a:t>nStock</a:t>
            </a:r>
            <a:r>
              <a:rPr lang="en-IN" sz="5600" dirty="0"/>
              <a:t>: {stock}")</a:t>
            </a:r>
          </a:p>
          <a:p>
            <a:pPr marL="0" indent="0">
              <a:buNone/>
            </a:pPr>
            <a:r>
              <a:rPr lang="en-IN" sz="5600" dirty="0"/>
              <a:t>    print(</a:t>
            </a:r>
            <a:r>
              <a:rPr lang="en-IN" sz="5600" dirty="0" err="1"/>
              <a:t>f"Quantity</a:t>
            </a:r>
            <a:r>
              <a:rPr lang="en-IN" sz="5600" dirty="0"/>
              <a:t> : {details['Quantity']}")</a:t>
            </a:r>
          </a:p>
        </p:txBody>
      </p:sp>
    </p:spTree>
    <p:extLst>
      <p:ext uri="{BB962C8B-B14F-4D97-AF65-F5344CB8AC3E}">
        <p14:creationId xmlns:p14="http://schemas.microsoft.com/office/powerpoint/2010/main" val="2773329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1255F-5069-8B6D-C419-C1DD8E662C1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27D7BE6-8A65-3516-12EE-D56E2098FD53}"/>
              </a:ext>
            </a:extLst>
          </p:cNvPr>
          <p:cNvSpPr>
            <a:spLocks noGrp="1"/>
          </p:cNvSpPr>
          <p:nvPr>
            <p:ph idx="1"/>
          </p:nvPr>
        </p:nvSpPr>
        <p:spPr>
          <a:xfrm>
            <a:off x="990015" y="479143"/>
            <a:ext cx="12420184" cy="8041251"/>
          </a:xfrm>
        </p:spPr>
        <p:txBody>
          <a:bodyPr>
            <a:noAutofit/>
          </a:bodyPr>
          <a:lstStyle/>
          <a:p>
            <a:pPr marL="0" indent="0">
              <a:buNone/>
            </a:pPr>
            <a:r>
              <a:rPr lang="en-IN" sz="1400" b="1" dirty="0"/>
              <a:t>print(</a:t>
            </a:r>
            <a:r>
              <a:rPr lang="en-IN" sz="1400" b="1" dirty="0" err="1"/>
              <a:t>f"Price</a:t>
            </a:r>
            <a:r>
              <a:rPr lang="en-IN" sz="1400" b="1" dirty="0"/>
              <a:t>    : ${details['Price']}")</a:t>
            </a:r>
          </a:p>
          <a:p>
            <a:pPr marL="0" indent="0">
              <a:buNone/>
            </a:pPr>
            <a:r>
              <a:rPr lang="en-IN" sz="1400" b="1" dirty="0"/>
              <a:t>    print(</a:t>
            </a:r>
            <a:r>
              <a:rPr lang="en-IN" sz="1400" b="1" dirty="0" err="1"/>
              <a:t>f"Value</a:t>
            </a:r>
            <a:r>
              <a:rPr lang="en-IN" sz="1400" b="1" dirty="0"/>
              <a:t>    : ${details['Investment']}")</a:t>
            </a:r>
          </a:p>
          <a:p>
            <a:pPr marL="0" indent="0">
              <a:buNone/>
            </a:pPr>
            <a:endParaRPr lang="en-IN" sz="1400" b="1" dirty="0"/>
          </a:p>
          <a:p>
            <a:pPr marL="0" indent="0">
              <a:buNone/>
            </a:pPr>
            <a:r>
              <a:rPr lang="en-IN" sz="1400" b="1" dirty="0"/>
              <a:t>print("\n" + "=" * 50)</a:t>
            </a:r>
          </a:p>
          <a:p>
            <a:pPr marL="0" indent="0">
              <a:buNone/>
            </a:pPr>
            <a:r>
              <a:rPr lang="en-IN" sz="1400" b="1" dirty="0"/>
              <a:t>print(</a:t>
            </a:r>
            <a:r>
              <a:rPr lang="en-IN" sz="1400" b="1" dirty="0" err="1"/>
              <a:t>f"Total</a:t>
            </a:r>
            <a:r>
              <a:rPr lang="en-IN" sz="1400" b="1" dirty="0"/>
              <a:t> Portfolio Value: ${</a:t>
            </a:r>
            <a:r>
              <a:rPr lang="en-IN" sz="1400" b="1" dirty="0" err="1"/>
              <a:t>total_investment</a:t>
            </a:r>
            <a:r>
              <a:rPr lang="en-IN" sz="1400" b="1" dirty="0"/>
              <a:t>}")</a:t>
            </a:r>
          </a:p>
          <a:p>
            <a:pPr marL="0" indent="0">
              <a:buNone/>
            </a:pPr>
            <a:r>
              <a:rPr lang="en-IN" sz="1400" b="1" dirty="0"/>
              <a:t>print("=" * 50)</a:t>
            </a:r>
          </a:p>
          <a:p>
            <a:pPr marL="0" indent="0">
              <a:buNone/>
            </a:pPr>
            <a:endParaRPr lang="en-IN" sz="1400" b="1" dirty="0"/>
          </a:p>
          <a:p>
            <a:pPr marL="0" indent="0">
              <a:buNone/>
            </a:pPr>
            <a:r>
              <a:rPr lang="en-IN" sz="1400" b="1" dirty="0"/>
              <a:t>with open("portfolio_report.txt", "w") as file:</a:t>
            </a:r>
          </a:p>
          <a:p>
            <a:pPr marL="0" indent="0">
              <a:buNone/>
            </a:pPr>
            <a:r>
              <a:rPr lang="en-IN" sz="1400" b="1" dirty="0"/>
              <a:t>    </a:t>
            </a:r>
            <a:r>
              <a:rPr lang="en-IN" sz="1400" b="1" dirty="0" err="1"/>
              <a:t>file.write</a:t>
            </a:r>
            <a:r>
              <a:rPr lang="en-IN" sz="1400" b="1" dirty="0"/>
              <a:t>("STOCK PORTFOLIO REPORT\n")</a:t>
            </a:r>
          </a:p>
          <a:p>
            <a:pPr marL="0" indent="0">
              <a:buNone/>
            </a:pPr>
            <a:r>
              <a:rPr lang="en-IN" sz="1400" b="1" dirty="0"/>
              <a:t>    </a:t>
            </a:r>
            <a:r>
              <a:rPr lang="en-IN" sz="1400" b="1" dirty="0" err="1"/>
              <a:t>file.write</a:t>
            </a:r>
            <a:r>
              <a:rPr lang="en-IN" sz="1400" b="1" dirty="0"/>
              <a:t>("=" * 40 + "\n\n")</a:t>
            </a:r>
          </a:p>
          <a:p>
            <a:pPr marL="0" indent="0">
              <a:buNone/>
            </a:pPr>
            <a:endParaRPr lang="en-IN" sz="1400" b="1" dirty="0"/>
          </a:p>
          <a:p>
            <a:pPr marL="0" indent="0">
              <a:buNone/>
            </a:pPr>
            <a:r>
              <a:rPr lang="en-IN" sz="1400" b="1" dirty="0"/>
              <a:t>    for stock, details in </a:t>
            </a:r>
            <a:r>
              <a:rPr lang="en-IN" sz="1400" b="1" dirty="0" err="1"/>
              <a:t>portfolio.items</a:t>
            </a:r>
            <a:r>
              <a:rPr lang="en-IN" sz="1400" b="1" dirty="0"/>
              <a:t>():</a:t>
            </a:r>
          </a:p>
          <a:p>
            <a:pPr marL="0" indent="0">
              <a:buNone/>
            </a:pPr>
            <a:r>
              <a:rPr lang="en-IN" sz="1400" b="1" dirty="0"/>
              <a:t>        </a:t>
            </a:r>
            <a:r>
              <a:rPr lang="en-IN" sz="1400" b="1" dirty="0" err="1"/>
              <a:t>file.write</a:t>
            </a:r>
            <a:r>
              <a:rPr lang="en-IN" sz="1400" b="1" dirty="0"/>
              <a:t>(</a:t>
            </a:r>
            <a:r>
              <a:rPr lang="en-IN" sz="1400" b="1" dirty="0" err="1"/>
              <a:t>f"Stock</a:t>
            </a:r>
            <a:r>
              <a:rPr lang="en-IN" sz="1400" b="1" dirty="0"/>
              <a:t>: {stock}\n")</a:t>
            </a:r>
          </a:p>
          <a:p>
            <a:pPr marL="0" indent="0">
              <a:buNone/>
            </a:pPr>
            <a:r>
              <a:rPr lang="en-IN" sz="1400" b="1" dirty="0"/>
              <a:t>        </a:t>
            </a:r>
            <a:r>
              <a:rPr lang="en-IN" sz="1400" b="1" dirty="0" err="1"/>
              <a:t>file.write</a:t>
            </a:r>
            <a:r>
              <a:rPr lang="en-IN" sz="1400" b="1" dirty="0"/>
              <a:t>(</a:t>
            </a:r>
            <a:r>
              <a:rPr lang="en-IN" sz="1400" b="1" dirty="0" err="1"/>
              <a:t>f"Quantity</a:t>
            </a:r>
            <a:r>
              <a:rPr lang="en-IN" sz="1400" b="1" dirty="0"/>
              <a:t>: {details['Quantity']}\n")</a:t>
            </a:r>
          </a:p>
          <a:p>
            <a:pPr marL="0" indent="0">
              <a:buNone/>
            </a:pPr>
            <a:r>
              <a:rPr lang="en-IN" sz="1400" b="1" dirty="0"/>
              <a:t>        </a:t>
            </a:r>
            <a:r>
              <a:rPr lang="en-IN" sz="1400" b="1" dirty="0" err="1"/>
              <a:t>file.write</a:t>
            </a:r>
            <a:r>
              <a:rPr lang="en-IN" sz="1400" b="1" dirty="0"/>
              <a:t>(</a:t>
            </a:r>
            <a:r>
              <a:rPr lang="en-IN" sz="1400" b="1" dirty="0" err="1"/>
              <a:t>f"Price</a:t>
            </a:r>
            <a:r>
              <a:rPr lang="en-IN" sz="1400" b="1" dirty="0"/>
              <a:t>: ${details['Price']}\n")</a:t>
            </a:r>
          </a:p>
          <a:p>
            <a:pPr marL="0" indent="0">
              <a:buNone/>
            </a:pPr>
            <a:r>
              <a:rPr lang="en-IN" sz="1400" b="1" dirty="0"/>
              <a:t>        </a:t>
            </a:r>
            <a:r>
              <a:rPr lang="en-IN" sz="1400" b="1" dirty="0" err="1"/>
              <a:t>file.write</a:t>
            </a:r>
            <a:r>
              <a:rPr lang="en-IN" sz="1400" b="1" dirty="0"/>
              <a:t>(</a:t>
            </a:r>
            <a:r>
              <a:rPr lang="en-IN" sz="1400" b="1" dirty="0" err="1"/>
              <a:t>f"Investment</a:t>
            </a:r>
            <a:r>
              <a:rPr lang="en-IN" sz="1400" b="1" dirty="0"/>
              <a:t> Value: ${details['Investment']}\n")</a:t>
            </a:r>
          </a:p>
          <a:p>
            <a:pPr marL="0" indent="0">
              <a:buNone/>
            </a:pPr>
            <a:r>
              <a:rPr lang="en-IN" sz="1400" b="1" dirty="0"/>
              <a:t>        </a:t>
            </a:r>
            <a:r>
              <a:rPr lang="en-IN" sz="1400" b="1" dirty="0" err="1"/>
              <a:t>file.write</a:t>
            </a:r>
            <a:r>
              <a:rPr lang="en-IN" sz="1400" b="1" dirty="0"/>
              <a:t>("\n")</a:t>
            </a:r>
          </a:p>
          <a:p>
            <a:pPr marL="0" indent="0">
              <a:buNone/>
            </a:pPr>
            <a:endParaRPr lang="en-IN" sz="1400" b="1" dirty="0"/>
          </a:p>
          <a:p>
            <a:pPr marL="0" indent="0">
              <a:buNone/>
            </a:pPr>
            <a:r>
              <a:rPr lang="en-IN" sz="1400" b="1" dirty="0"/>
              <a:t>    </a:t>
            </a:r>
            <a:r>
              <a:rPr lang="en-IN" sz="1400" b="1" dirty="0" err="1"/>
              <a:t>file.write</a:t>
            </a:r>
            <a:r>
              <a:rPr lang="en-IN" sz="1400" b="1" dirty="0"/>
              <a:t>("=" * 40 + "\n")</a:t>
            </a:r>
          </a:p>
          <a:p>
            <a:pPr marL="0" indent="0">
              <a:buNone/>
            </a:pPr>
            <a:r>
              <a:rPr lang="en-IN" sz="1400" b="1" dirty="0"/>
              <a:t>    </a:t>
            </a:r>
            <a:r>
              <a:rPr lang="en-IN" sz="1400" b="1" dirty="0" err="1"/>
              <a:t>file.write</a:t>
            </a:r>
            <a:r>
              <a:rPr lang="en-IN" sz="1400" b="1" dirty="0"/>
              <a:t>(</a:t>
            </a:r>
            <a:r>
              <a:rPr lang="en-IN" sz="1400" b="1" dirty="0" err="1"/>
              <a:t>f"Total</a:t>
            </a:r>
            <a:r>
              <a:rPr lang="en-IN" sz="1400" b="1" dirty="0"/>
              <a:t> Portfolio Value: ${</a:t>
            </a:r>
            <a:r>
              <a:rPr lang="en-IN" sz="1400" b="1" dirty="0" err="1"/>
              <a:t>total_investment</a:t>
            </a:r>
            <a:r>
              <a:rPr lang="en-IN" sz="1400" b="1" dirty="0"/>
              <a:t>}\n")</a:t>
            </a:r>
          </a:p>
          <a:p>
            <a:pPr marL="0" indent="0">
              <a:buNone/>
            </a:pPr>
            <a:endParaRPr lang="en-IN" sz="1400" b="1" dirty="0"/>
          </a:p>
          <a:p>
            <a:pPr marL="0" indent="0">
              <a:buNone/>
            </a:pPr>
            <a:r>
              <a:rPr lang="en-IN" sz="1400" b="1" dirty="0"/>
              <a:t>print("\</a:t>
            </a:r>
            <a:r>
              <a:rPr lang="en-IN" sz="1400" b="1" dirty="0" err="1"/>
              <a:t>nPortfolio</a:t>
            </a:r>
            <a:r>
              <a:rPr lang="en-IN" sz="1400" b="1" dirty="0"/>
              <a:t> report saved successfully in 'portfolio_report.txt'")</a:t>
            </a:r>
          </a:p>
        </p:txBody>
      </p:sp>
    </p:spTree>
    <p:extLst>
      <p:ext uri="{BB962C8B-B14F-4D97-AF65-F5344CB8AC3E}">
        <p14:creationId xmlns:p14="http://schemas.microsoft.com/office/powerpoint/2010/main" val="2459994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3E4D1-C6C0-02C6-5A9B-6B9EF9818F21}"/>
              </a:ext>
            </a:extLst>
          </p:cNvPr>
          <p:cNvSpPr>
            <a:spLocks noGrp="1"/>
          </p:cNvSpPr>
          <p:nvPr>
            <p:ph type="title"/>
          </p:nvPr>
        </p:nvSpPr>
        <p:spPr/>
        <p:txBody>
          <a:bodyPr>
            <a:normAutofit/>
          </a:bodyPr>
          <a:lstStyle/>
          <a:p>
            <a:r>
              <a:rPr lang="en-US" sz="4000" b="1" u="sng" dirty="0"/>
              <a:t>SAMPLE OUT</a:t>
            </a:r>
            <a:endParaRPr lang="en-IN" sz="4000" b="1" u="sng" dirty="0"/>
          </a:p>
        </p:txBody>
      </p:sp>
      <p:sp>
        <p:nvSpPr>
          <p:cNvPr id="3" name="Content Placeholder 2">
            <a:extLst>
              <a:ext uri="{FF2B5EF4-FFF2-40B4-BE49-F238E27FC236}">
                <a16:creationId xmlns:a16="http://schemas.microsoft.com/office/drawing/2014/main" id="{E0E2B429-601C-00F9-56E7-F02404370ECE}"/>
              </a:ext>
            </a:extLst>
          </p:cNvPr>
          <p:cNvSpPr>
            <a:spLocks noGrp="1"/>
          </p:cNvSpPr>
          <p:nvPr>
            <p:ph idx="1"/>
          </p:nvPr>
        </p:nvSpPr>
        <p:spPr/>
        <p:txBody>
          <a:bodyPr>
            <a:normAutofit fontScale="25000" lnSpcReduction="20000"/>
          </a:bodyPr>
          <a:lstStyle/>
          <a:p>
            <a:r>
              <a:rPr lang="en-US" sz="5600" dirty="0"/>
              <a:t>==================================================</a:t>
            </a:r>
          </a:p>
          <a:p>
            <a:r>
              <a:rPr lang="en-US" sz="5600" dirty="0"/>
              <a:t>            STOCK PORTFOLIO TRACKER</a:t>
            </a:r>
          </a:p>
          <a:p>
            <a:r>
              <a:rPr lang="en-US" sz="5600" dirty="0"/>
              <a:t>==================================================</a:t>
            </a:r>
          </a:p>
          <a:p>
            <a:endParaRPr lang="en-US" sz="5600" dirty="0"/>
          </a:p>
          <a:p>
            <a:r>
              <a:rPr lang="en-US" sz="5600" dirty="0"/>
              <a:t>Enter Stock Name (or 'DONE' to finish): AAPL</a:t>
            </a:r>
          </a:p>
          <a:p>
            <a:r>
              <a:rPr lang="en-US" sz="5600" dirty="0"/>
              <a:t>Enter Quantity of Shares: 10</a:t>
            </a:r>
          </a:p>
          <a:p>
            <a:endParaRPr lang="en-US" sz="5600" dirty="0"/>
          </a:p>
          <a:p>
            <a:r>
              <a:rPr lang="en-US" sz="5600" dirty="0"/>
              <a:t>Stock Added Successfully!</a:t>
            </a:r>
          </a:p>
          <a:p>
            <a:r>
              <a:rPr lang="en-US" sz="5600" dirty="0"/>
              <a:t>Stock Name      : AAPL</a:t>
            </a:r>
          </a:p>
          <a:p>
            <a:r>
              <a:rPr lang="en-US" sz="5600" dirty="0"/>
              <a:t>Share Price     : $180</a:t>
            </a:r>
          </a:p>
          <a:p>
            <a:r>
              <a:rPr lang="en-US" sz="5600" dirty="0"/>
              <a:t>Quantity        : 10</a:t>
            </a:r>
          </a:p>
          <a:p>
            <a:r>
              <a:rPr lang="en-US" sz="5600" dirty="0"/>
              <a:t>Investment Value: $1800</a:t>
            </a:r>
          </a:p>
          <a:p>
            <a:endParaRPr lang="en-US" sz="5600" dirty="0"/>
          </a:p>
          <a:p>
            <a:r>
              <a:rPr lang="en-US" sz="5600" dirty="0"/>
              <a:t>Enter Stock Name (or 'DONE' to finish): MSFT</a:t>
            </a:r>
          </a:p>
          <a:p>
            <a:r>
              <a:rPr lang="en-US" sz="5600" dirty="0"/>
              <a:t>Enter Quantity of Shares: 5</a:t>
            </a:r>
          </a:p>
          <a:p>
            <a:endParaRPr lang="en-US" sz="5600" dirty="0"/>
          </a:p>
          <a:p>
            <a:r>
              <a:rPr lang="en-US" sz="5600" dirty="0"/>
              <a:t>Stock Added Successfully!</a:t>
            </a:r>
          </a:p>
          <a:p>
            <a:r>
              <a:rPr lang="en-US" sz="5600" dirty="0"/>
              <a:t>Stock Name      : MSFT</a:t>
            </a:r>
          </a:p>
          <a:p>
            <a:r>
              <a:rPr lang="en-US" sz="5600" dirty="0"/>
              <a:t>Share Price     : $330</a:t>
            </a:r>
          </a:p>
          <a:p>
            <a:r>
              <a:rPr lang="en-US" sz="5600" dirty="0"/>
              <a:t>Quantity        : 5</a:t>
            </a:r>
          </a:p>
          <a:p>
            <a:r>
              <a:rPr lang="en-US" sz="5600" dirty="0"/>
              <a:t>Investment Value: $1650</a:t>
            </a:r>
          </a:p>
        </p:txBody>
      </p:sp>
    </p:spTree>
    <p:extLst>
      <p:ext uri="{BB962C8B-B14F-4D97-AF65-F5344CB8AC3E}">
        <p14:creationId xmlns:p14="http://schemas.microsoft.com/office/powerpoint/2010/main" val="3249518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39112-3699-35A3-AC19-074ECE38FB2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253FE29-D103-3873-A9EF-001F1793A51C}"/>
              </a:ext>
            </a:extLst>
          </p:cNvPr>
          <p:cNvSpPr>
            <a:spLocks noGrp="1"/>
          </p:cNvSpPr>
          <p:nvPr>
            <p:ph idx="1"/>
          </p:nvPr>
        </p:nvSpPr>
        <p:spPr>
          <a:xfrm>
            <a:off x="990015" y="1082040"/>
            <a:ext cx="12420184" cy="7023794"/>
          </a:xfrm>
        </p:spPr>
        <p:txBody>
          <a:bodyPr>
            <a:normAutofit fontScale="25000" lnSpcReduction="20000"/>
          </a:bodyPr>
          <a:lstStyle/>
          <a:p>
            <a:pPr marL="0" indent="0">
              <a:buNone/>
            </a:pPr>
            <a:endParaRPr lang="en-US" sz="5600" dirty="0"/>
          </a:p>
          <a:p>
            <a:pPr marL="0" indent="0">
              <a:buNone/>
            </a:pPr>
            <a:r>
              <a:rPr lang="en-US" sz="5600" dirty="0"/>
              <a:t>Enter Stock Name (or 'DONE' to finish): TSLA</a:t>
            </a:r>
          </a:p>
          <a:p>
            <a:pPr marL="0" indent="0">
              <a:buNone/>
            </a:pPr>
            <a:r>
              <a:rPr lang="en-US" sz="5600" dirty="0"/>
              <a:t>Enter Quantity of Shares: 4</a:t>
            </a:r>
          </a:p>
          <a:p>
            <a:pPr marL="0" indent="0">
              <a:buNone/>
            </a:pPr>
            <a:endParaRPr lang="en-US" sz="5600" dirty="0"/>
          </a:p>
          <a:p>
            <a:pPr marL="0" indent="0">
              <a:buNone/>
            </a:pPr>
            <a:r>
              <a:rPr lang="en-US" sz="5600" dirty="0"/>
              <a:t>Stock Added Successfully!</a:t>
            </a:r>
          </a:p>
          <a:p>
            <a:pPr marL="0" indent="0">
              <a:buNone/>
            </a:pPr>
            <a:r>
              <a:rPr lang="en-US" sz="5600" dirty="0"/>
              <a:t>Stock Name      : TSLA</a:t>
            </a:r>
          </a:p>
          <a:p>
            <a:pPr marL="0" indent="0">
              <a:buNone/>
            </a:pPr>
            <a:r>
              <a:rPr lang="en-US" sz="5600" dirty="0"/>
              <a:t>Share Price     : $250</a:t>
            </a:r>
          </a:p>
          <a:p>
            <a:pPr marL="0" indent="0">
              <a:buNone/>
            </a:pPr>
            <a:r>
              <a:rPr lang="en-US" sz="5600" dirty="0"/>
              <a:t>Quantity        : 4</a:t>
            </a:r>
          </a:p>
          <a:p>
            <a:pPr marL="0" indent="0">
              <a:buNone/>
            </a:pPr>
            <a:r>
              <a:rPr lang="en-US" sz="5600" dirty="0"/>
              <a:t>Investment Value: $1000</a:t>
            </a:r>
          </a:p>
          <a:p>
            <a:pPr marL="0" indent="0">
              <a:buNone/>
            </a:pPr>
            <a:endParaRPr lang="en-US" sz="5600" dirty="0"/>
          </a:p>
          <a:p>
            <a:pPr marL="0" indent="0">
              <a:buNone/>
            </a:pPr>
            <a:r>
              <a:rPr lang="en-US" sz="5600" dirty="0"/>
              <a:t>Enter Stock Name (or 'DONE' to finish): DONE</a:t>
            </a:r>
          </a:p>
          <a:p>
            <a:pPr marL="0" indent="0">
              <a:buNone/>
            </a:pPr>
            <a:endParaRPr lang="en-US" sz="5600" dirty="0"/>
          </a:p>
          <a:p>
            <a:pPr marL="0" indent="0">
              <a:buNone/>
            </a:pPr>
            <a:endParaRPr lang="en-US" sz="5600" dirty="0"/>
          </a:p>
          <a:p>
            <a:pPr marL="0" indent="0">
              <a:buNone/>
            </a:pPr>
            <a:r>
              <a:rPr lang="en-US" sz="5600" dirty="0"/>
              <a:t>==================================================</a:t>
            </a:r>
          </a:p>
          <a:p>
            <a:pPr marL="0" indent="0">
              <a:buNone/>
            </a:pPr>
            <a:r>
              <a:rPr lang="en-US" sz="5600" dirty="0"/>
              <a:t>              PORTFOLIO SUMMARY</a:t>
            </a:r>
          </a:p>
          <a:p>
            <a:pPr marL="0" indent="0">
              <a:buNone/>
            </a:pPr>
            <a:r>
              <a:rPr lang="en-US" sz="5600" dirty="0"/>
              <a:t>==================================================</a:t>
            </a:r>
          </a:p>
          <a:p>
            <a:pPr marL="0" indent="0">
              <a:buNone/>
            </a:pPr>
            <a:endParaRPr lang="en-US" sz="5600" dirty="0"/>
          </a:p>
          <a:p>
            <a:pPr marL="0" indent="0">
              <a:buNone/>
            </a:pPr>
            <a:r>
              <a:rPr lang="en-US" sz="5600" dirty="0"/>
              <a:t>Stock: AAPL</a:t>
            </a:r>
          </a:p>
          <a:p>
            <a:pPr marL="0" indent="0">
              <a:buNone/>
            </a:pPr>
            <a:r>
              <a:rPr lang="en-US" sz="5600" dirty="0"/>
              <a:t>Quantity : 10</a:t>
            </a:r>
          </a:p>
          <a:p>
            <a:pPr marL="0" indent="0">
              <a:buNone/>
            </a:pPr>
            <a:r>
              <a:rPr lang="en-US" sz="5600" dirty="0"/>
              <a:t>Price    : $180</a:t>
            </a:r>
          </a:p>
          <a:p>
            <a:pPr marL="0" indent="0">
              <a:buNone/>
            </a:pPr>
            <a:r>
              <a:rPr lang="en-US" sz="5600" dirty="0"/>
              <a:t>Value    : $1800</a:t>
            </a:r>
          </a:p>
          <a:p>
            <a:pPr marL="0" indent="0">
              <a:buNone/>
            </a:pPr>
            <a:endParaRPr lang="en-US" sz="5600" dirty="0"/>
          </a:p>
          <a:p>
            <a:pPr marL="0" indent="0">
              <a:buNone/>
            </a:pPr>
            <a:r>
              <a:rPr lang="en-US" sz="5600" dirty="0"/>
              <a:t>Stock: MSFT</a:t>
            </a:r>
          </a:p>
          <a:p>
            <a:pPr marL="0" indent="0">
              <a:buNone/>
            </a:pPr>
            <a:r>
              <a:rPr lang="en-US" sz="5600" dirty="0"/>
              <a:t>Quantity : 5</a:t>
            </a:r>
          </a:p>
          <a:p>
            <a:pPr marL="0" indent="0">
              <a:buNone/>
            </a:pPr>
            <a:r>
              <a:rPr lang="en-US" sz="5600" dirty="0"/>
              <a:t>Price    : $330</a:t>
            </a:r>
          </a:p>
          <a:p>
            <a:pPr marL="0" indent="0">
              <a:buNone/>
            </a:pPr>
            <a:r>
              <a:rPr lang="en-US" sz="5600" dirty="0"/>
              <a:t>Value    : $1650</a:t>
            </a:r>
          </a:p>
          <a:p>
            <a:pPr marL="0" indent="0">
              <a:buNone/>
            </a:pPr>
            <a:endParaRPr lang="en-US" sz="5600" dirty="0"/>
          </a:p>
        </p:txBody>
      </p:sp>
    </p:spTree>
    <p:extLst>
      <p:ext uri="{BB962C8B-B14F-4D97-AF65-F5344CB8AC3E}">
        <p14:creationId xmlns:p14="http://schemas.microsoft.com/office/powerpoint/2010/main" val="3608819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BE296-0A3A-5A23-1995-B2347E39A36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753FCA-539C-AF56-2295-A9E7A9FA023D}"/>
              </a:ext>
            </a:extLst>
          </p:cNvPr>
          <p:cNvSpPr>
            <a:spLocks noGrp="1"/>
          </p:cNvSpPr>
          <p:nvPr>
            <p:ph idx="1"/>
          </p:nvPr>
        </p:nvSpPr>
        <p:spPr>
          <a:xfrm>
            <a:off x="990015" y="182880"/>
            <a:ext cx="12420184" cy="7922954"/>
          </a:xfrm>
        </p:spPr>
        <p:txBody>
          <a:bodyPr>
            <a:normAutofit/>
          </a:bodyPr>
          <a:lstStyle/>
          <a:p>
            <a:pPr marL="0" indent="0">
              <a:buNone/>
            </a:pPr>
            <a:endParaRPr lang="en-US" sz="1400" dirty="0"/>
          </a:p>
          <a:p>
            <a:pPr marL="0" indent="0">
              <a:buNone/>
            </a:pPr>
            <a:r>
              <a:rPr lang="en-US" sz="1400" dirty="0"/>
              <a:t>Stock: TSLA</a:t>
            </a:r>
          </a:p>
          <a:p>
            <a:pPr marL="0" indent="0">
              <a:buNone/>
            </a:pPr>
            <a:r>
              <a:rPr lang="en-US" sz="1400" dirty="0"/>
              <a:t>Quantity : 4</a:t>
            </a:r>
          </a:p>
          <a:p>
            <a:pPr marL="0" indent="0">
              <a:buNone/>
            </a:pPr>
            <a:r>
              <a:rPr lang="en-US" sz="1400" dirty="0"/>
              <a:t>Price    : $250</a:t>
            </a:r>
          </a:p>
          <a:p>
            <a:pPr marL="0" indent="0">
              <a:buNone/>
            </a:pPr>
            <a:r>
              <a:rPr lang="en-US" sz="1400" dirty="0"/>
              <a:t>Value    : $1000</a:t>
            </a:r>
          </a:p>
          <a:p>
            <a:pPr marL="0" indent="0">
              <a:buNone/>
            </a:pPr>
            <a:endParaRPr lang="en-US" sz="1400" dirty="0"/>
          </a:p>
          <a:p>
            <a:pPr marL="0" indent="0">
              <a:buNone/>
            </a:pPr>
            <a:r>
              <a:rPr lang="en-US" sz="1400" dirty="0"/>
              <a:t>==================================================</a:t>
            </a:r>
          </a:p>
          <a:p>
            <a:pPr marL="0" indent="0">
              <a:buNone/>
            </a:pPr>
            <a:r>
              <a:rPr lang="en-US" sz="1400" dirty="0"/>
              <a:t>Total Portfolio Value: $4450</a:t>
            </a:r>
          </a:p>
          <a:p>
            <a:pPr marL="0" indent="0">
              <a:buNone/>
            </a:pPr>
            <a:r>
              <a:rPr lang="en-US" sz="1400" dirty="0"/>
              <a:t>==================================================</a:t>
            </a:r>
          </a:p>
          <a:p>
            <a:pPr marL="0" indent="0">
              <a:buNone/>
            </a:pPr>
            <a:endParaRPr lang="en-US" sz="1400" dirty="0"/>
          </a:p>
          <a:p>
            <a:pPr marL="0" indent="0">
              <a:buNone/>
            </a:pPr>
            <a:r>
              <a:rPr lang="en-US" sz="1400" dirty="0"/>
              <a:t>Portfolio report saved successfully in 'portfolio_report.txt’</a:t>
            </a:r>
          </a:p>
          <a:p>
            <a:pPr marL="0" indent="0">
              <a:buNone/>
            </a:pPr>
            <a:r>
              <a:rPr lang="en-IN" sz="4000" b="1" u="sng" dirty="0"/>
              <a:t>CONCLUSION</a:t>
            </a:r>
          </a:p>
          <a:p>
            <a:pPr marL="0" indent="0">
              <a:buNone/>
            </a:pPr>
            <a:r>
              <a:rPr lang="en-US" sz="2000" dirty="0"/>
              <a:t>The Stock Portfolio Tracker was successfully developed using Python to manage and monitor stock investments efficiently. The application allows users to add stocks, calculate individual investment values, determine the total portfolio value, and generate a detailed portfolio report. Through this project, important Python concepts such as dictionaries, loops, conditional statements, user input handling, arithmetic operations, and file handling were implemented effectively. The project demonstrates a practical approach to portfolio management and provides a simple, user-friendly solution for tracking stock investments.</a:t>
            </a:r>
            <a:endParaRPr lang="en-IN" sz="2000" dirty="0"/>
          </a:p>
        </p:txBody>
      </p:sp>
    </p:spTree>
    <p:extLst>
      <p:ext uri="{BB962C8B-B14F-4D97-AF65-F5344CB8AC3E}">
        <p14:creationId xmlns:p14="http://schemas.microsoft.com/office/powerpoint/2010/main" val="35256749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80</TotalTime>
  <Words>1440</Words>
  <Application>Microsoft Office PowerPoint</Application>
  <PresentationFormat>Custom</PresentationFormat>
  <Paragraphs>185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CODEALPHA INETERNSHIP PROJECT REPORT    STOCK PORTFOLIO TRACKER USING PYTHON </vt:lpstr>
      <vt:lpstr>PROJECT TITLE  Stock Portfolio Using Python</vt:lpstr>
      <vt:lpstr>CONCEPT USED</vt:lpstr>
      <vt:lpstr>ALGORITHM</vt:lpstr>
      <vt:lpstr>SOURCE CODE</vt:lpstr>
      <vt:lpstr>PowerPoint Presentation</vt:lpstr>
      <vt:lpstr>PowerPoint Presentation</vt:lpstr>
      <vt:lpstr>SAMPLE OUT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Himanshu Rastogi</dc:creator>
  <cp:lastModifiedBy>Himanshu Rastogi</cp:lastModifiedBy>
  <cp:revision>1</cp:revision>
  <dcterms:created xsi:type="dcterms:W3CDTF">2026-06-12T18:29:32Z</dcterms:created>
  <dcterms:modified xsi:type="dcterms:W3CDTF">2026-06-15T11:11:38Z</dcterms:modified>
</cp:coreProperties>
</file>